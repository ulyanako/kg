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F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12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24575,'0'1134'0,"0"-1703"0,0 563 0,0 1 0,1 0 0,-1 0 0,1-1 0,1 1 0,-1 0 0,1 0 0,0 0 0,0 0 0,0 1 0,0-1 0,1 1 0,0-1 0,0 1 0,0 0 0,0 0 0,1 0 0,3-4 0,8-4 0,0 1 0,1 0 0,27-14 0,-11 7 0,70-48 0,-3-4 0,96-89 0,-265 232 0,39-49 0,-2-2 0,-1-1 0,-64 28 0,57-30 0,0 2 0,-50 36 0,-70 81 0,159-137 0,0 0 0,1 0 0,-1 0 0,0 1 0,1-1 0,-1 0 0,1 1 0,0-1 0,-1 1 0,1-1 0,0 1 0,0 0 0,0-1 0,0 1 0,0 0 0,0 0 0,1 0 0,-1 0 0,0 0 0,1 0 0,0 0 0,-1 0 0,1 0 0,0 0 0,0 0 0,0 0 0,0 0 0,0 0 0,1 0 0,-1 1 0,0-1 0,1 0 0,0-1 0,-1 1 0,1 0 0,0 0 0,0 0 0,0 0 0,0-1 0,2 3 0,5 6 0,1-1 0,1 0 0,-1 0 0,1-1 0,16 9 0,9 10 0,55 51 0,-54-49 0,-1 1 0,-1 2 0,57 73 0,-35-40 89,-40-48-574,-1 1 1,19 27-1,-21-23-6341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2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 24575,'0'808'0,"-1"-781"0,1-27 0,0-1 0,0 1 0,0 0 0,0 0 0,0 0 0,0 0 0,0 0 0,0 0 0,0 0 0,0-1 0,0 1 0,0 0 0,0 0 0,0 0 0,0 0 0,0 0 0,0 0 0,0-1 0,0 1 0,0 0 0,0 0 0,0 0 0,0 0 0,0 0 0,0 0 0,0-1 0,-1 1 0,1 0 0,0 0 0,0 0 0,0 0 0,0 0 0,0 0 0,0 0 0,0 0 0,0 0 0,0 0 0,-1 0 0,1-1 0,0 1 0,0 0 0,0 0 0,0 0 0,0 0 0,0 0 0,0 0 0,-1 0 0,1 0 0,0 0 0,0 0 0,0 0 0,0 0 0,0 0 0,0 0 0,-1 0 0,1 0 0,0 0 0,0 1 0,0-1 0,0 0 0,0 0 0,0 0 0,0 0 0,0 0 0,-1 0 0,1 0 0,-9-52 0,-1-398 0,11 332 0,-2 109 0,1 1 0,1-1 0,0 1 0,0-1 0,1 1 0,-1 0 0,2-1 0,-1 1 0,1 0 0,0 1 0,1-1 0,0 0 0,0 1 0,0 0 0,1 0 0,0 0 0,0 1 0,1 0 0,8-7 0,-5 6 0,1 0 0,0 1 0,0 0 0,0 1 0,1 1 0,0 0 0,0 0 0,0 1 0,0 0 0,0 1 0,1 1 0,-1 0 0,12 0 0,-16 1 0,-1-1 0,1 1 0,-1 1 0,1-1 0,-1 1 0,1 1 0,-1-1 0,1 1 0,8 4 0,-12-4 0,-1 0 0,0 0 0,1 0 0,-1 1 0,0-1 0,0 0 0,0 1 0,0 0 0,-1-1 0,1 1 0,-1 0 0,1 0 0,-1 0 0,0 0 0,0 0 0,0 0 0,-1 1 0,1-1 0,-1 0 0,0 0 0,1 1 0,-2 4 0,1 3 2,0 0-1,-1 0 0,0 0 0,0 0 1,-2 0-1,1 0 0,-1 0 1,-1-1-1,1 1 0,-8 11 0,-5 7-11,-1-1 0,-21 28-1,-19 29-1337,50-72-5478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2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24575,'273'6'0,"-205"0"0,-1 2 0,68 19 0,-36-7 0,-66-15 0,0 2 0,0 1 0,41 16 0,-54-13 0,0 1 0,-1 0 0,-1 1 0,0 1 0,-1 1 0,22 25 0,-32-30 0,0 0 0,-1 1 0,0 0 0,-1 0 0,0 1 0,0 0 0,-1 0 0,-1 0 0,0 0 0,0 1 0,-1-1 0,-1 1 0,0 0 0,-1-1 0,0 1 0,0 0 0,-2 0 0,1-1 0,-2 1 0,1-1 0,-2 0 0,1 0 0,-10 20 0,9-25 0,-1-1 0,-1 1 0,1-1 0,-1 0 0,0 0 0,0-1 0,-1 0 0,1 0 0,-1-1 0,-8 4 0,-80 35 0,54-26 0,19-9 0,-1 0 0,1-1 0,-2-1 0,1-2 0,0 0 0,-1-2 0,1 0 0,-1-2 0,1-1 0,-1-1 0,1-1 0,-1-1 0,1-1 0,0-1 0,-26-12 0,12 7 0,0 1 0,-1 3 0,-72-6 0,69 9 0,-34-8 0,51 6 0,0 2 0,-31 0 0,49 4-114,0 0 1,-1 0-1,1-1 0,0 0 0,0 0 1,0 0-1,0-1 0,0 0 0,0 0 1,0-1-1,-9-5 0,3-2-6712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3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24575,'11'147'0,"0"-26"0,-6 602 0,-7-391 0,3-302 0,2 0 0,6 30 0,-3-29 0,2 49 0,-9-535 0,0 452 0,1 0 0,0 0 0,0 0 0,0 0 0,1 0 0,-1 0 0,1 0 0,-1 0 0,1 0 0,0 0 0,0 0 0,0 0 0,0 0 0,1 1 0,-1-1 0,1 0 0,0 1 0,-1-1 0,1 1 0,0 0 0,0 0 0,4-3 0,-1 2 0,1 1 0,-1 0 0,1 0 0,-1 0 0,1 1 0,0 0 0,0 0 0,-1 1 0,1 0 0,9 0 0,95 5 0,-41-2 0,87-6 0,-153 2 0,-1 0 0,1 0 0,0 0 0,-1 0 0,1 0 0,0 0 0,-1-1 0,1 1 0,-1-1 0,0 0 0,1 0 0,-1 0 0,0 0 0,0 0 0,0-1 0,-1 1 0,1-1 0,0 1 0,-1-1 0,0 0 0,1 1 0,-1-1 0,0 0 0,0 0 0,-1 0 0,1 0 0,-1 0 0,1 0 0,-1-6 0,2-13 0,0-1 0,-2 1 0,-3-26 0,2 20 0,-3-555 0,5 461 0,-1 935 0,1-791 0,1 1 0,7 34 0,4 29 0,0 10 0,-8-67 0,-1 0 0,0 31 0,-5 36 0,2 78 0,3-152-1365,2-5-5461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3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24575,'-5'91'0,"-3"-1"0,-5 1 0,-26 101 0,-19 132 0,53-287 0,-16 56 0,-3 14 0,23-103 0,1 1 0,-1-1 0,1 1 0,0-1 0,0 1 0,1-1 0,-1 0 0,1 1 0,0-1 0,0 0 0,0 1 0,0-1 0,1 0 0,0 0 0,-1 0 0,1 0 0,1 0 0,-1 0 0,1-1 0,-1 1 0,1-1 0,0 0 0,0 0 0,0 0 0,1 0 0,-1-1 0,0 1 0,7 2 0,7 4 0,2-1 0,-1-1 0,1-1 0,37 7 0,-24-6 0,29 4-341,1-3 0,-1-3-1,99-4 1,-139-1-6485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3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435 403 24575,'-1'-11'0,"-1"-1"0,0 1 0,-1 0 0,0 0 0,-6-16 0,-4-12 0,8 19 0,-2-1 0,0 2 0,-1-1 0,-1 1 0,-1 0 0,-17-24 0,19 31 0,0 2 0,-1-1 0,0 1 0,-1 1 0,0 0 0,0 0 0,0 1 0,-1 0 0,-1 1 0,1 1 0,-13-6 0,20 10 0,0 1 0,0-1 0,-1 1 0,1 1 0,0-1 0,0 0 0,-1 1 0,1 0 0,0 0 0,-1 0 0,1 1 0,0 0 0,-1 0 0,1 0 0,0 0 0,0 1 0,-4 1 0,2 1 0,0 0 0,0 0 0,0 0 0,1 1 0,0 0 0,0 0 0,0 0 0,0 1 0,-7 12 0,4-5 0,1 1 0,0 0 0,1 0 0,1 0 0,0 1 0,1 0 0,0 0 0,1 1 0,-2 26 0,4-21 0,1 1 0,4 39 0,-3-54 0,1 0 0,0 0 0,0 0 0,0 0 0,1 0 0,0 0 0,0-1 0,1 1 0,0-1 0,0 0 0,0 0 0,6 5 0,17 18 0,1-1 0,2-2 0,0-1 0,2-1 0,67 37 0,-74-49 0,1 0 0,0-2 0,0-1 0,1-1 0,1-1 0,-1-2 0,1-1 0,55 0 0,-71-4 0,7-1 0,-1 0 0,0 2 0,1 0 0,-1 1 0,22 6 0,-35-6 0,-1-1 0,1 1 0,-1 0 0,0 0 0,0 1 0,0-1 0,0 1 0,0 0 0,0 0 0,-1 0 0,1 1 0,-1-1 0,0 1 0,0 0 0,0 0 0,0 0 0,-1 1 0,0-1 0,0 0 0,0 1 0,0 0 0,0-1 0,-1 1 0,0 0 0,1 8 0,2 31 0,-2 0 0,-1 0 0,-8 64 0,5-99 0,0 0 0,0 0 0,-1-1 0,0 1 0,-1-1 0,0 1 0,0-1 0,-1-1 0,0 1 0,0 0 0,0-1 0,-1 0 0,0-1 0,-11 10 0,-12 9 0,-62 42 0,82-61 0,-2 1 0,-1 0 0,1-2 0,-1 1 0,-1-2 0,1 1 0,-1-2 0,1 0 0,-26 3 0,-6-4 0,-57-5 0,23 1 0,68 1 17,0 1 0,0-1 1,0-1-1,0 0 0,0 0 0,-19-8 0,25 8-91,0 0-1,0 0 1,1 0 0,-1 0 0,1-1-1,-1 1 1,1-1 0,0 0 0,0 0-1,0 0 1,0-1 0,0 1 0,1-1-1,0 1 1,-1-1 0,1 0 0,0 0-1,1 0 1,-2-6 0,-1-8-6752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1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24575,'75'1'0,"0"-4"0,-1-2 0,112-25 0,204-55 0,-161 38 0,-143 34 0,1 4 0,1 5 0,105 7 0,-36 0 0,-84-1 0,85 12 0,11-3 0,-113-10 0,88 14 0,-71-5 0,0-5 0,127-6 0,-67-2 0,-82 3 0,0 1 0,-1 3 0,100 23 0,-75-10 0,2-3 0,134 7 0,159-21 0,-160-3 0,-160 3-1365,-28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2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24575,'63'0'0,"396"16"0,-273-5 0,33 5 0,-55 4 0,195-2 0,-196-5 0,-19 1 0,-112-12 0,0 2 0,0 2 0,30 9 0,-31-6 0,1-2 0,-1-2 0,34 2 0,-7-6 0,1-1 0,96 14 0,-66-4 0,-1-4 0,118-9 0,-60 1 0,664 2 0,-765 4-1365,-29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2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24192,'4724'126'0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4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24575,'4432'0'0,"-4399"-8"0,56-45 0,-56 27 0,56-10 0,264 41-1365,-330-5-5461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5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23839,'5054'215'0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5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23706,'4597'-188'0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0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324 170 24575,'0'5'0,"-1"-1"0,0 1 0,0-1 0,0 0 0,-1 1 0,0-1 0,-3 7 0,-3 7 0,-146 300 0,75-166 0,53-106 0,17-30 0,0 0 0,1 1 0,-8 21 0,16-36 0,-1 0 0,1 0 0,0-1 0,0 1 0,0 0 0,0-1 0,0 1 0,0 0 0,1-1 0,-1 1 0,0 0 0,1-1 0,-1 1 0,1 0 0,0-1 0,-1 1 0,1-1 0,0 1 0,0-1 0,0 0 0,0 1 0,0-1 0,0 0 0,0 0 0,1 0 0,-1 0 0,0 0 0,1 0 0,-1 0 0,0 0 0,1 0 0,1 0 0,52 20 0,-54-21 0,53 12 0,73 6 0,41 9 0,-152-23 0,-3 0 0,-1-1 0,1-1 0,0 0 0,0 0 0,25-2 0,-34 0 0,0-1 0,-1 0 0,1 0 0,0 0 0,-1-1 0,1 1 0,-1-1 0,0 0 0,1 0 0,-1 0 0,0 0 0,0-1 0,0 1 0,-1-1 0,1 0 0,0 0 0,-1 0 0,0 0 0,0-1 0,0 1 0,0 0 0,0-1 0,-1 0 0,1 1 0,1-7 0,7-33 0,-1 0 0,-3-1 0,-1-1 0,-2 1 0,-2-59 0,-1 48 0,-2-474 0,-9 636 0,1-29 0,-11 119 0,3-49 0,1 168 0,20-230 0,0-41 0,-2 0 0,-3 0 0,-7 55 0,-13-29 0,17-59 0,1 0 0,0 0 0,1 1 0,0 0 0,-3 21 0,6 160 75,1-97-1515,-1-74-5386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2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28 314 24575,'-20'-57'0,"16"15"0,1 0 0,3-72 0,2 56 0,-2 318-1365,0-236-5461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39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1 401 24575,'0'-9'0,"0"-8"0,0-5 0,0-4 0,0-1 0,0-2 0,0 0 0,0 1 0,0 0 0,0 0 0,0 1 0,0-1 0,0 1 0,0 0 0,0 0 0,0 5-8191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47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24575,'-10'49'0,"0"-10"0,3 59 0,-7 42 0,9-104-455,1 0 0,2 52 0,2-65-6371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5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38 228 24575,'0'-4'0,"0"-7"0,0-5 0,-5-1 0,-1-1 0,1-3 0,0-2 0,2-2 0,1-1 0,1-1 0,-4 5 0,0 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23380,'0'1052'0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0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1178 24575,'1780'0'0,"-1777"0"0,0 0 0,0 0 0,0 0 0,1 0 0,-1 0 0,0-1 0,0 0 0,0 1 0,0-1 0,0-1 0,0 1 0,0 0 0,0-1 0,0 1 0,0-1 0,-1 0 0,1 0 0,0 0 0,3-5 0,-4 3 0,0 1 0,-1-1 0,0 1 0,0-1 0,0 0 0,0 0 0,0 1 0,-1-1 0,1 0 0,-1 0 0,0 0 0,0 0 0,-1 0 0,1 0 0,-1 1 0,1-1 0,-3-6 0,-4-33 0,1 0 0,0-79 0,3 33 0,-9-27 0,6 62 0,-1-57 0,10-37 0,-5-160 0,2 306 0,0 0 0,-1 0 0,1 0 0,0 0 0,-1 0 0,1 1 0,-1-1 0,0 0 0,1 0 0,-1 0 0,0 1 0,0-1 0,0 1 0,0-1 0,0 0 0,-1 1 0,1 0 0,0-1 0,0 1 0,-1 0 0,1 0 0,-1 0 0,0 0 0,1 0 0,-1 0 0,1 0 0,-1 0 0,0 1 0,0-1 0,1 1 0,-1 0 0,0-1 0,-3 1 0,-6 0 0,0 0 0,0 1 0,0 1 0,-19 4 0,5 0 0,-74 9 0,-191 2 0,117-20 0,-242 5 0,210 24 0,129-13 0,-127 2 0,26-16-1365,156 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1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24140,'0'5202'0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1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24575,'40'4'0,"0"2"0,-1 1 0,1 3 0,-1 1 0,48 21 0,-42-16 0,53 20 0,251 79 0,-334-111 0,12 4 0,0-1 0,0-1 0,1-2 0,37 1 0,392-7 0,-444 1 0,0-1 0,-1 0 0,1-1 0,-1 0 0,1-1 0,-1-1 0,0 0 0,-1 0 0,1-2 0,-1 1 0,0-2 0,-1 1 0,0-2 0,0 1 0,0-1 0,10-14 0,-17 20-105,0 0 0,0 1 0,1-1 0,-1 1 0,1 0 0,-1 0 0,1 0 0,0 0 0,-1 1 0,1 0 0,0 0 0,4-1 0,11-1-6721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3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24575,'-12'801'0,"-43"-4"0,44-635 0,10 180 0,3-152 0,-2 4245-1365,0-4424-5461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1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1 815 24575,'1'31'0,"2"-1"0,7 35 0,-1-11 0,18 92 0,-26-140 0,1 0 0,0 0 0,1 0 0,-1 0 0,1 0 0,0-1 0,1 0 0,-1 1 0,1-1 0,0 0 0,0-1 0,7 7 0,65 48 0,-38-30 0,-15-10 0,-4-3 0,0-1 0,1-1 0,25 13 0,-40-24 0,1 0 0,-1-1 0,1 1 0,0-2 0,-1 1 0,1-1 0,0 0 0,0 0 0,0 0 0,0-1 0,0 0 0,0 0 0,0-1 0,0 0 0,0 0 0,0 0 0,11-5 0,-13 3 0,1 0 0,0 0 0,-1 0 0,1-1 0,-1 0 0,0 0 0,0 0 0,-1 0 0,1-1 0,-1 1 0,0-1 0,3-6 0,31-72 0,-15 31 0,-4 16 0,-10 23 0,-1 0 0,-1 0 0,0-1 0,0 0 0,-2 0 0,1 0 0,-2-1 0,0 1 0,0-1 0,0-20 0,-2 13 0,-2-1 0,0 0 0,-5-26 0,4 40 0,0 1 0,-1 1 0,0-1 0,0 0 0,0 1 0,-1-1 0,0 1 0,0 0 0,-1 1 0,0-1 0,0 1 0,-7-7 0,-5-2 0,-1 1 0,0 1 0,-1 0 0,-26-12 0,23 13 0,0-1 0,1-1 0,-22-18 0,25 16 0,-1 1 0,0 2 0,-1 0 0,-30-15 0,49 28 0,0 0 0,1 0 0,-1 0 0,1 0 0,-1 0 0,1 0 0,-1-1 0,1 1 0,-1 0 0,1 0 0,-1-1 0,1 1 0,-1 0 0,1-1 0,-1 1 0,1-1 0,0 1 0,-1-1 0,1 1 0,0-1 0,-1 1 0,1-1 0,0 1 0,-1-1 0,1 1 0,0-1 0,0 1 0,0-1 0,0 0 0,-1 1 0,1-1 0,0 1 0,0-1 0,0 0 0,0 1 0,0-1 0,19-16 0,43-6 0,-55 21 0,77-25 0,-27 10 0,-1-2 0,0-3 0,69-38 0,-121 57 0,1 0 0,-1 0 0,0-1 0,0 0 0,0 1 0,0-1 0,0-1 0,-1 1 0,0-1 0,0 1 0,0-1 0,0 0 0,-1 0 0,1 0 0,-1 0 0,1-7 0,-2 8 0,0 1 0,-1-1 0,1 1 0,-1-1 0,0 0 0,0 1 0,-1-1 0,1 1 0,-1-1 0,1 0 0,-1 1 0,0 0 0,0-1 0,0 1 0,-1-1 0,1 1 0,-1 0 0,0 0 0,0 0 0,0 0 0,0 0 0,0 1 0,-1-1 0,1 0 0,-6-3 0,-49-49 0,47 44 0,-1-1 0,0 2 0,-1 0 0,0 0 0,0 1 0,-15-8 0,4 8 0,0 1 0,-1 0 0,0 2 0,0 1 0,0 1 0,-1 1 0,1 2 0,-1 0 0,1 2 0,-36 5 0,57-6-105,1 1 0,-1-1 0,0 1 0,0 0 0,1 0 0,-1 0 0,1 0 0,-1 0 0,1 1 0,-1-1 0,1 1 0,-3 2 0,-6 7-6721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1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1 299 24575,'3'-1'0,"0"0"0,0 0 0,0-1 0,1 1 0,-2-1 0,1 0 0,0 0 0,0 0 0,0 0 0,-1-1 0,5-4 0,7-5 0,70-53 0,177-102 0,-253 163 0,0-1 0,1 2 0,0-1 0,0 1 0,0 1 0,0-1 0,0 2 0,16-2 0,-21 3 0,0 0 0,-1 1 0,1-1 0,-1 1 0,1 0 0,-1 0 0,0 0 0,1 1 0,-1-1 0,0 1 0,0 0 0,0 0 0,0 0 0,0 0 0,0 1 0,-1-1 0,1 1 0,-1 0 0,1-1 0,-1 1 0,0 0 0,0 1 0,0-1 0,0 0 0,1 6 0,5 12 0,0 1 0,-2 0 0,0 1 0,-2-1 0,0 1 0,1 25 0,-3 143 0,-4-125 0,1-40 0,-2 0 0,0-1 0,-2 0 0,-1 0 0,-1 0 0,0-1 0,-2 0 0,-1 0 0,-1-1 0,0-1 0,-2 0 0,-23 31 0,11-19 0,-3-1 0,0-1 0,-2-2 0,-1-1 0,-1-2 0,-56 37 0,88-64 0,-1 0 0,0 0 0,1 0 0,-1 1 0,1-1 0,-1 0 0,1 1 0,-1-1 0,0 0 0,1 1 0,0-1 0,-1 1 0,1-1 0,-1 1 0,1-1 0,-1 1 0,1-1 0,0 1 0,-1 0 0,1-1 0,0 1 0,0-1 0,-1 1 0,1 0 0,0-1 0,0 1 0,0 0 0,0-1 0,0 1 0,0 0 0,0-1 0,0 1 0,0 0 0,0-1 0,0 2 0,1-1 0,1 1 0,-1-1 0,0 0 0,1 0 0,-1 1 0,1-1 0,-1 0 0,1 0 0,-1 0 0,1-1 0,0 1 0,2 1 0,69 15 0,-62-15 0,50 8 0,1-3 0,108-4 0,-126 2-1365,-28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1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24575,'-2'19'0,"0"0"0,-2 0 0,0-1 0,-12 34 0,4-11 0,-55 144 0,10-30 0,55-150 0,0 0 0,1 0 0,-1 0 0,1 0 0,0 0 0,1 1 0,-1-1 0,1 0 0,0 0 0,0 1 0,2 8 0,-1-11 0,0-1 0,1 1 0,-1-1 0,0 0 0,1 0 0,0 1 0,-1-1 0,1 0 0,0 0 0,0-1 0,0 1 0,0 0 0,0-1 0,0 1 0,1-1 0,-1 0 0,0 0 0,1 0 0,-1 0 0,1 0 0,-1 0 0,1-1 0,4 1 0,13 1 0,1-1 0,-1-1 0,1-1 0,0 0 0,-1-2 0,0-1 0,38-11 0,31-6 0,-47 15 0,-1 1 0,1 2 0,76 6 0,-116-3 0,1 0 0,0 0 0,0 0 0,0 1 0,0-1 0,0 1 0,0 0 0,0 0 0,-1 0 0,1 1 0,0-1 0,-1 1 0,1-1 0,-1 1 0,1 0 0,-1 0 0,0 0 0,0 0 0,0 1 0,0-1 0,0 1 0,0-1 0,0 1 0,-1-1 0,0 1 0,1 0 0,-1 0 0,0 0 0,0 0 0,0 0 0,-1 0 0,1 0 0,-1 0 0,1 0 0,-1 1 0,-1 4 0,1 1 0,-2 1 0,1-1 0,-2 0 0,1 0 0,-1 1 0,0-2 0,-1 1 0,1 0 0,-2-1 0,1 0 0,-8 10 0,-12 15 0,-1-1 0,-2-1 0,-1-2 0,-1 0 0,-59 43 0,70-59 0,-1-2 0,0 0 0,-1 0 0,0-2 0,-1-1 0,0-1 0,0-1 0,0 0 0,-1-2 0,0-1 0,1 0 0,-24-2 0,35-2-136,1 0-1,0-1 1,0 0-1,0 0 1,0-1-1,0 0 1,1-1-1,-1 0 0,-12-9 1,7 5-6690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1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24575,'9'0'0,"6"0"0,6 0 0,8 0 0,7 0 0,11 0 0,6 0 0,2 0 0,1-5 0,0-1 0,-2 1 0,-1 0 0,-5 2 0,-7 1 0,-5 1 0,-5 0 0,-8 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2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24575,'1248'0'0,"-883"31"0,-185-9 0,139 7 0,-111-2 0,-11-1 0,14 1 0,35 1 0,-109-17 0,126 4 0,867-16 0,-1092-2 0,0-1 0,0-2 0,38-11 0,33-6 0,26-8 0,-44 8 0,-47 10-1365,-28 7-5461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30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24575,'2397'0'0,"-2332"4"0,106 19 0,30 3 0,8-26 0,31 2 0,-60 25 0,-127-17 0,1-1 0,61 0 0,672-11-1365,-766 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3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24575,'0'-5'0,"0"-5"0,0-7 0,0-4 0,0-4 0,0-1 0,0-2 0,0 0 0,0 5-8191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3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24575,'0'-5'0,"0"-5"0,0-7 0,0-4 0,0-3 0,0-3 0,0 0 0,0 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0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24575,'0'83'0,"12"87"0,-7-132 0,2 0 0,2-1 0,1 1 0,22 53 0,-23-68 0,3 7 0,1 0 0,18 29 0,-26-50 0,1-1 0,0 0 0,0-1 0,0 0 0,1 0 0,0 0 0,0-1 0,0 0 0,1 0 0,0-1 0,11 6 0,-9-6 0,0-1 0,0 0 0,0 0 0,1-1 0,-1-1 0,1 0 0,0 0 0,0-1 0,15 0 0,-18-2 0,0-1 0,0 0 0,0 0 0,0 0 0,-1-1 0,1 0 0,-1-1 0,0 0 0,0 0 0,0-1 0,0 0 0,-1 0 0,9-9 0,5-6 0,-1-2 0,-1 0 0,-1-1 0,-1-1 0,0-1 0,-2 0 0,-1-1 0,11-32 0,-15 34 0,0-1 0,-2 1 0,-1-2 0,-1 1 0,-1-1 0,-1 1 0,-1-1 0,-1 0 0,-4-40 0,-5 38 0,8 28 0,-1 0 0,1 1 0,-1-1 0,1 0 0,-1 0 0,1 1 0,-1-1 0,1 1 0,0-1 0,-1 0 0,1 1 0,-1-1 0,1 1 0,0-1 0,0 1 0,-1-1 0,1 1 0,0-1 0,0 1 0,0-1 0,-1 1 0,1 0 0,0-1 0,0 1 0,0-1 0,0 2 0,-9 60 0,33 290 0,0 11 0,-25-350 0,0-1 0,-1 1 0,-1-1 0,0 0 0,0 0 0,-1 0 0,-1-1 0,0 1 0,0-1 0,-1 0 0,0-1 0,-1 1 0,0-1 0,-1-1 0,0 1 0,0-2 0,-1 1 0,0-1 0,0 0 0,-1-1 0,0 0 0,0-1 0,0 0 0,-1-1 0,0 0 0,0-1 0,0 0 0,-1-1 0,1 0 0,-23 2 0,12-4 0,0-1 0,0-1 0,0-2 0,0 0 0,-34-10 0,43 8 0,-1 0 0,1-1 0,0 0 0,1-1 0,0 0 0,0-1 0,0-1 0,1 0 0,-19-20 0,10 5-338,1-1 0,1-1-1,-18-35 1,36 60 326,-14-21-6814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1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24575,'0'972'0,"0"-1463"0,1 477 0,0-1 0,0 1 0,1 0 0,1-1 0,0 1 0,1 1 0,1-1 0,8-18 0,5-4 0,36-54 0,-28 51 0,-5 4 0,0 0 0,0 2 0,37-42 0,-54 70 0,1 1 0,-1-1 0,1 1 0,0-1 0,0 1 0,1 1 0,-1-1 0,1 1 0,0 0 0,0 1 0,0-1 0,0 1 0,0 0 0,1 1 0,-1 0 0,0 0 0,1 0 0,-1 1 0,1 0 0,-1 0 0,0 1 0,1 0 0,-1 0 0,0 0 0,1 1 0,-1 0 0,0 0 0,0 1 0,0 0 0,-1 0 0,1 0 0,-1 1 0,1 0 0,-1 0 0,0 0 0,-1 1 0,1 0 0,-1 0 0,0 0 0,0 0 0,0 1 0,0 0 0,-1 0 0,0 0 0,0 0 0,-1 0 0,0 1 0,0-1 0,0 1 0,-1-1 0,2 10 0,0 45 0,-9 121 0,4-168 0,-1 0 0,0 1 0,-1-1 0,-1-1 0,0 1 0,-1-1 0,0 0 0,-14 23 0,6-15 0,-1 0 0,-1-1 0,0-1 0,-21 19 0,29-32 0,0 1 0,0-1 0,-1 0 0,0-1 0,0 0 0,0-1 0,0 0 0,-1 0 0,0-1 0,1-1 0,-14 3 0,-7-2 0,0-2 0,-44-2 0,25-1 0,49 1 0,0 1 0,-1 0 0,1 0 0,0 0 0,-1 0 0,1-1 0,0 1 0,-1 0 0,1 0 0,-1 0 0,1 0 0,0 0 0,-1 0 0,1 0 0,0 0 0,-1 0 0,1 0 0,-1 0 0,1 0 0,0 0 0,-1 0 0,1 0 0,0 1 0,-1-1 0,1 0 0,0 0 0,-1 0 0,1 1 0,0-1 0,-1 0 0,1 0 0,0 1 0,0-1 0,-1 0 0,1 0 0,0 1 0,0-1 0,0 0 0,-1 1 0,1-1 0,0 0 0,0 1 0,0-1 0,0 1 0,17 13 0,42 16 0,-53-27 0,34 16 0,-1 1 0,-1 2 0,-1 2 0,39 33 0,-64-48 0,58 58 0,27 37 0,-85-90-341,2-1 0,0 0-1,17 11 1,-16-14-6485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1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693 192 24575,'-40'-47'0,"22"25"0,-1 1 0,-37-33 0,49 48 0,-1 1 0,0 0 0,0 0 0,0 1 0,-1 0 0,1 0 0,-1 1 0,0 0 0,0 1 0,0 0 0,0 0 0,-11 0 0,2 1 0,0 1 0,1 1 0,-1 0 0,-32 8 0,42-7 0,1 0 0,0 1 0,0 1 0,0-1 0,0 1 0,1 0 0,-1 1 0,1-1 0,0 2 0,0-1 0,1 0 0,-1 1 0,-8 13 0,-20 30 0,3 2 0,1 1 0,3 1 0,1 1 0,-21 70 0,41-99 0,0 1 0,2 0 0,0 0 0,2 0 0,1 0 0,2 39 0,4-9 0,22 108 0,53 147 0,-73-289 0,1 0 0,2 0 0,-1-2 0,2 1 0,26 36 0,-29-47 0,1 0 0,0 0 0,0-1 0,1 0 0,0-1 0,0 0 0,1-1 0,0 0 0,0-1 0,1 0 0,18 6 0,-9-5 0,0 0 0,-1-2 0,2-1 0,-1-1 0,28 1 0,-39-5 0,0 1 0,0-2 0,1 1 0,-1-1 0,0-1 0,-1 0 0,1 0 0,0-1 0,-1-1 0,0 1 0,0-2 0,0 1 0,9-9 0,12-12 0,-2-2 0,0-1 0,-2-1 0,29-43 0,-46 57 0,-1-1 0,-1 1 0,-1-1 0,0-1 0,-1 1 0,5-27 0,9-31 0,-17 71 0,-1 1 0,0 0 0,0-1 0,0 1 0,0-1 0,-1 1 0,1-1 0,-1 1 0,0-1 0,0 1 0,0-1 0,0 0 0,-1 1 0,1-1 0,-2-4 0,0 6 0,1 0 0,-1 0 0,1 1 0,-1-1 0,0 0 0,0 1 0,1-1 0,-1 1 0,0-1 0,0 1 0,0 0 0,-1 0 0,1 0 0,0 0 0,0 0 0,-1 1 0,1-1 0,0 1 0,0-1 0,-1 1 0,1 0 0,-5 0 0,-18-2-151,1 1-1,-1 1 0,1 1 0,-1 2 1,1 0-1,0 2 0,0 0 1,-39 16-1,49-13-6674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5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24575,'0'703'-1365,"0"-680"-5461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5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4 196 24575,'-1'82'0,"-1"-26"0,7 81 0,-3-121 0,0 1 0,2-1 0,-1 0 0,2 0 0,0 0 0,0-1 0,2 0 0,0 0 0,12 19 0,-17-31 0,1 0 0,-1 1 0,1-2 0,0 1 0,0 0 0,0-1 0,1 1 0,-1-1 0,0 0 0,1 0 0,-1 0 0,1-1 0,0 1 0,-1-1 0,1 0 0,0 0 0,0 0 0,0-1 0,0 1 0,0-1 0,0 0 0,0-1 0,0 1 0,0 0 0,-1-1 0,1 0 0,0 0 0,0-1 0,-1 1 0,1-1 0,0 1 0,3-4 0,4 0 0,-1-1 0,0-1 0,1 0 0,-2 0 0,1-1 0,-1-1 0,0 1 0,-1-2 0,10-13 0,-5 2 0,-1 0 0,0 0 0,-2-2 0,0 1 0,-2-1 0,0-1 0,-2 0 0,0 0 0,-1 0 0,-2-1 0,0 1 0,-2-1 0,-1-34 0,0 25 0,1 17 0,-1-1 0,-1 1 0,0-1 0,-6-25 0,6 40 0,0-1 0,0 0 0,0 1 0,0-1 0,-1 1 0,0 0 0,1-1 0,-1 1 0,0 0 0,-1 0 0,1 0 0,0 0 0,-1 1 0,0-1 0,1 1 0,-1-1 0,0 1 0,0 0 0,0 0 0,-1 1 0,1-1 0,0 0 0,-1 1 0,1 0 0,0 0 0,-4 0 0,-4-1 0,0 0 0,-1 1 0,1 0 0,0 1 0,0 1 0,-13 1 0,20-1 0,0 0 0,0 0 0,0 1 0,0-1 0,0 1 0,0 0 0,0 0 0,1 0 0,-1 1 0,1-1 0,0 1 0,-1 0 0,1 0 0,0 0 0,1 0 0,-1 1 0,1-1 0,-1 1 0,-1 4 0,-9 14-45,-1-1-1,0 0 0,-2-1 1,-25 26-1,14-15-1091,15-17-5689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5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24575,'0'37'0,"-2"1"0,-1 0 0,-1-1 0,-2 1 0,-2-1 0,-1-1 0,-15 40 0,20-67 0,1 1 0,0-1 0,0 1 0,1 0 0,0 0 0,1 0 0,-1 14 0,2-22 0,0 1 0,0-1 0,1 1 0,-1-1 0,1 0 0,-1 1 0,1-1 0,0 1 0,0-1 0,0 0 0,0 0 0,0 1 0,0-1 0,1 0 0,-1 0 0,1 0 0,-1-1 0,1 1 0,0 0 0,0-1 0,0 1 0,-1-1 0,2 1 0,-1-1 0,0 0 0,0 0 0,0 0 0,0 0 0,1 0 0,-1-1 0,0 1 0,0-1 0,5 1 0,32 2 0,-1-1 0,61-6 0,-55 0 0,66 6 0,-105-1 0,-1 0 0,0 1 0,1 0 0,-1 0 0,0 0 0,0 0 0,0 1 0,0-1 0,-1 1 0,1 0 0,-1 1 0,1-1 0,-1 0 0,0 1 0,0 0 0,-1 0 0,1 0 0,-1 0 0,0 0 0,0 1 0,0-1 0,0 1 0,-1-1 0,2 7 0,2 8 0,0 0 0,-1 0 0,-1 1 0,2 31 0,-5-37 0,1 0 0,-2-1 0,0 1 0,0 0 0,-1-1 0,-5 18 0,5-25 0,-1 0 0,1 0 0,-1 0 0,0 0 0,-1 0 0,0-1 0,0 0 0,0 0 0,0 0 0,0 0 0,-1 0 0,0-1 0,0 0 0,-10 6 0,-1-2 0,0 0 0,0-1 0,-1-1 0,0 0 0,0-1 0,0-1 0,0-1 0,-1-1 0,1 0 0,-1-2 0,0 0 0,-34-5 0,50 5-105,-1-1 0,0 1 0,0-1 0,1 0 0,-1 0 0,0 0 0,1 0 0,-1 0 0,1-1 0,-1 1 0,1-1 0,-3-2 0,-5-8-6721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5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24575,'9'0'0,"7"0"0,5 0 0,3 0 0,2 0 0,1 0 0,0 0 0,0 0 0,-5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0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24575,'-2'12'0,"0"1"0,-1-1 0,-1 0 0,0 0 0,0 0 0,-1-1 0,-1 0 0,-8 14 0,-2 8 0,-181 355 0,183-363 0,11-20 0,0 0 0,0 0 0,0 0 0,1 1 0,-1-1 0,1 1 0,1 0 0,-3 8 0,4-12 0,1 0 0,-1 0 0,0 0 0,1 0 0,-1 0 0,1 0 0,0 0 0,0 0 0,-1 0 0,1 0 0,0-1 0,1 1 0,-1 0 0,0 0 0,0-1 0,1 1 0,-1-1 0,1 0 0,-1 1 0,1-1 0,-1 0 0,1 0 0,0 0 0,0 0 0,-1 0 0,1 0 0,0-1 0,0 1 0,3 0 0,32 12 0,1-1 0,-1-2 0,2-2 0,52 3 0,158-5 0,-245-6 0,0 0 0,0-1 0,1 1 0,-1-1 0,0 0 0,0 0 0,0 0 0,0-1 0,0 0 0,-1 1 0,1-1 0,0-1 0,-1 1 0,1-1 0,-1 1 0,0-1 0,0 0 0,0 0 0,0-1 0,0 1 0,2-5 0,3-6 0,-1-1 0,-1 1 0,0-1 0,6-27 0,-3 16 0,7-26 0,12-34 0,-3-3 0,26-162 0,-51 234 0,-6 35 0,-10 57 0,12-57 0,-83 344 0,76-311 0,0 5 0,-2-1 0,-24 61 0,18-75 0,15-33 0,0-1 0,0 1 0,1 0 0,0 1 0,1-1 0,-1 0 0,1 1 0,-1 16 0,2-15-85,1 0 0,0 0-1,0-1 1,1 1 0,1 0-1,-1 0 1,2-1 0,-1 1-1,1-1 1,0 0 0,1 0-1,0 0 1,1 0 0,-1-1-1,8 11 1,1-4-6741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24575,'0'-5'0,"0"-5"0,0-7 0,0-4 0,0-4 0,0-1 0,0-2 0,0 0 0,0 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3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24575,'0'-5'0,"0"-5"0,0-7 0,0-4 0,0-3 0,0 2-8191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0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55 24575,'-15'-1'0,"0"-1"0,0-1 0,0 0 0,0-1 0,-21-9 0,19 6 0,-1 1 0,0 1 0,-22-3 0,29 7 0,-1 0 0,0 0 0,0 2 0,0-1 0,0 2 0,1 0 0,-1 0 0,1 1 0,-1 0 0,1 1 0,0 1 0,-19 11 0,23-12 0,1 1 0,-1 0 0,1 1 0,1-1 0,-1 1 0,1 0 0,0 1 0,0-1 0,1 1 0,0 0 0,0 1 0,0-1 0,1 1 0,0-1 0,0 1 0,1 0 0,0 0 0,0 1 0,1-1 0,-1 11 0,1 246 0,3-126 0,-1-125 0,0 1 0,1 0 0,1 0 0,0-1 0,1 0 0,0 1 0,1-2 0,1 1 0,0 0 0,0-1 0,1 0 0,1-1 0,0 0 0,1 0 0,0-1 0,1 0 0,16 15 0,-23-24 0,7 8 0,1 0 0,0-1 0,1-1 0,0 0 0,0 0 0,0-1 0,1-1 0,0 0 0,1-1 0,-1-1 0,23 5 0,-10-5 24,0-1 0,0-2 0,0-1 0,32-4 0,-51 4-89,-1-1 1,1 0-1,-1-1 1,0 0-1,1 0 1,-1 0-1,0-1 0,0 0 1,-1 0-1,1-1 1,0 0-1,-1 0 1,0 0-1,0 0 0,0-1 1,0 0-1,-1 0 1,0 0-1,0-1 1,0 0-1,-1 0 1,5-8-1,-2-3-6761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07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2 825 24575,'-2'-151'0,"5"-166"0,8 202 0,3-59 0,-7 124 0,-7 49 0,0 0 0,0 1 0,0-1 0,0 0 0,1 0 0,-1 0 0,0 1 0,0-1 0,1 0 0,-1 0 0,0 1 0,1-1 0,-1 0 0,1 1 0,-1-1 0,1 1 0,-1-1 0,1 0 0,-1 1 0,1-1 0,0 1 0,-1 0 0,1-1 0,0 1 0,-1-1 0,1 1 0,0 0 0,0 0 0,-1-1 0,1 1 0,0 0 0,0 0 0,-1 0 0,1 0 0,0 0 0,0 0 0,-1 0 0,1 0 0,0 0 0,0 1 0,-1-1 0,1 0 0,0 0 0,0 1 0,-1-1 0,1 0 0,0 1 0,-1-1 0,1 1 0,-1-1 0,1 1 0,0-1 0,-1 1 0,1 0 0,-1-1 0,0 1 0,1-1 0,-1 1 0,1 1 0,12 15 0,-2 0 0,0 2 0,-1-1 0,0 1 0,10 31 0,4 5 0,99 225 0,-115-252 0,-7-24 0,-1 0 0,1 0 0,0 0 0,0 0 0,1 0 0,-1 0 0,1 0 0,0 0 0,0-1 0,0 1 0,0-1 0,3 4 0,-3-7 0,-1 1 0,0-1 0,0 0 0,1 1 0,-1-1 0,0 0 0,0 0 0,1 0 0,-1 0 0,0 0 0,0-1 0,1 1 0,-1 0 0,0-1 0,0 1 0,0-1 0,0 1 0,1-1 0,-1 1 0,0-1 0,0 0 0,0 0 0,0 1 0,0-1 0,0 0 0,-1 0 0,1 0 0,0 0 0,0 0 0,0 0 0,-1-1 0,2-1 0,23-41 0,-24 44 0,11-28 0,14-46 0,-18 47 0,2 0 0,16-32 0,-11 39 0,-15 19 0,0 1 0,1 0 0,-1 0 0,0 0 0,0 0 0,1 0 0,-1 0 0,0-1 0,1 1 0,-1 0 0,0 0 0,1 0 0,-1 0 0,0 0 0,0 0 0,1 0 0,-1 0 0,0 0 0,1 1 0,-1-1 0,0 0 0,0 0 0,1 0 0,-1 0 0,0 0 0,1 0 0,-1 1 0,0-1 0,0 0 0,1 0 0,-1 1 0,0-1 0,0 0 0,0 0 0,1 1 0,-1-1 0,12 45 0,2 46 0,-4 0 0,0 103 0,-10-179 30,1-1 0,0 1 0,5 18 0,-5-27-165,0-1 0,1 1 0,0 0 0,0-1 0,0 1 0,0-1 0,1 0 0,0 0 0,0 0 0,7 8 0,2-2-6691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4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 24575,'56'-1'0,"64"2"0,-117 0 0,-1-1 0,1 0 0,-1 1 0,1 0 0,-1-1 0,0 1 0,1 0 0,-1 0 0,0 0 0,0 1 0,0-1 0,0 0 0,0 1 0,0 0 0,0-1 0,0 1 0,0 0 0,-1 0 0,1 0 0,-1 0 0,3 5 0,-2-2 0,0 1 0,0 0 0,0 0 0,0 0 0,-1 0 0,0 1 0,-1-1 0,1 0 0,-1 7 0,-1 11 0,-1 0 0,-1 0 0,-12 43 0,2-24 0,-1-2 0,-3 1 0,0-2 0,-3-1 0,-1 0 0,-2-2 0,-1-1 0,-2 0 0,-1-2 0,-58 55 0,85-89 0,-1 0 0,1 0 0,0 1 0,-1-1 0,1 0 0,0 0 0,-1 0 0,1 1 0,0-1 0,0 0 0,-1 0 0,1 1 0,0-1 0,0 0 0,-1 1 0,1-1 0,0 0 0,0 1 0,0-1 0,0 0 0,0 1 0,-1-1 0,1 0 0,0 1 0,0-1 0,0 0 0,0 1 0,0-1 0,0 1 0,0-1 0,0 0 0,0 1 0,0-1 0,0 0 0,1 1 0,-1-1 0,0 0 0,0 1 0,0-1 0,0 1 0,0-1 0,1 1 0,19 4 0,43-8 0,-47 1 0,185-1-1365,-175 3-5461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4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2 217 24575,'-1'88'0,"3"94"0,-1-175 0,0 0 0,0-1 0,1 1 0,0-1 0,0 0 0,1 0 0,-1 0 0,1 0 0,1 0 0,-1 0 0,1-1 0,0 1 0,0-1 0,0 0 0,0-1 0,1 1 0,0-1 0,0 0 0,0 0 0,1-1 0,-1 1 0,1-1 0,-1-1 0,1 1 0,0-1 0,0 0 0,0 0 0,0-1 0,8 1 0,-1 1 0,0-1 0,1-1 0,-1-1 0,1 0 0,-1 0 0,1-2 0,-1 0 0,1 0 0,-1-1 0,0-1 0,0 0 0,23-12 0,-28 10 0,0 0 0,0-1 0,-1 0 0,0 0 0,0-1 0,-1 1 0,0-2 0,0 1 0,7-16 0,-2 5 0,-2-1 0,0-1 0,9-31 0,-13 24 0,-1 0 0,-2-1 0,0 0 0,-2 1 0,-1-1 0,-4-31 0,3 53 0,0 0 0,0 1 0,0-1 0,-1 1 0,0 0 0,0 0 0,-1 0 0,0 0 0,0 0 0,0 1 0,0 0 0,-10-9 0,4 4 0,0 1 0,-1 0 0,0 0 0,-1 1 0,-14-7 0,20 12 0,0 0 0,0 1 0,0 0 0,0 0 0,0 1 0,-1 0 0,1 0 0,0 0 0,-1 1 0,1 0 0,-11 2 0,13-1 0,1-1 0,0 1 0,-1 1 0,1-1 0,0 0 0,0 1 0,0 0 0,0 0 0,0 0 0,0 0 0,0 0 0,0 0 0,1 1 0,-1 0 0,1-1 0,0 1 0,0 0 0,0 0 0,0 0 0,0 1 0,1-1 0,-2 4 0,-2 4 0,0-1 0,-1 1 0,0-1 0,0-1 0,-1 0 0,0 0 0,-13 13 0,-63 49 0,64-59-1365,3-3-5461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4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77 24575,'-1'10'0,"-1"1"0,0-1 0,0 0 0,-1-1 0,-1 1 0,1-1 0,-2 1 0,1-1 0,-1 0 0,0-1 0,-1 1 0,0-1 0,-10 11 0,9-11 0,1 0 0,0 0 0,0 1 0,0 0 0,1 0 0,0 0 0,1 0 0,0 1 0,0 0 0,1 0 0,1 0 0,-3 14 0,5-22 0,0 0 0,1 1 0,-1-1 0,0 1 0,1-1 0,0 0 0,0 0 0,-1 1 0,1-1 0,0 0 0,1 0 0,-1 0 0,0 0 0,0 0 0,1 0 0,-1-1 0,1 1 0,0 0 0,-1-1 0,1 1 0,0-1 0,0 0 0,0 0 0,0 1 0,0-1 0,0-1 0,0 1 0,0 0 0,1 0 0,-1-1 0,0 1 0,0-1 0,0 0 0,4 0 0,13 2 0,0-1 0,0-1 0,23-3 0,-18 1 0,9 2 0,-20 0 0,0 0 0,1-1 0,-1-1 0,26-6 0,-34 6 0,0 0 0,0 0 0,0-1 0,-1 0 0,1 0 0,0 0 0,-1-1 0,0 1 0,0-1 0,0 0 0,0-1 0,-1 1 0,0-1 0,0 1 0,6-11 0,-5 7 0,68-144 0,-64 134 0,-2 0 0,0-1 0,-1 1 0,-1-2 0,-1 1 0,2-34 0,-8 82 0,-2-1 0,-9 27 0,1-2 0,-73 323 0,64-255-1365,17-105-5461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5:5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83 357 24575,'0'15'0,"0"1"0,2-1 0,0 1 0,0-1 0,2 0 0,-1 0 0,2 0 0,11 26 0,-12-32 0,0-2 0,1 1 0,0 0 0,0-1 0,1 0 0,0 0 0,0-1 0,0 0 0,1 0 0,-1 0 0,1-1 0,1 0 0,-1-1 0,1 0 0,0 0 0,11 4 0,-6-3 0,-3-2 0,0 1 0,0-1 0,1-1 0,19 2 0,-26-4 0,-1 0 0,1 0 0,0-1 0,-1 1 0,1-1 0,-1 0 0,1-1 0,-1 1 0,1 0 0,-1-1 0,0 0 0,1 0 0,-1 0 0,0 0 0,0-1 0,-1 1 0,6-7 0,38-43 0,46-72 0,-88 117 0,-1 0 0,0 1 0,-1-1 0,1-1 0,-1 1 0,-1 0 0,1 0 0,-1-1 0,0 1 0,-1-1 0,0 1 0,0-1 0,0 1 0,-3-15 0,-1 1 0,0-1 0,-2 1 0,-14-37 0,13 43 0,-2 1 0,0 0 0,0 1 0,-2 0 0,1 0 0,-14-11 0,2 0 0,15 17 0,0 1 0,-1 0 0,1 0 0,-1 0 0,0 1 0,0 1 0,-1 0 0,1 0 0,-1 0 0,0 1 0,0 0 0,0 1 0,0 0 0,0 1 0,-16-1 0,17 2 0,0 0 0,-1 1 0,1-1 0,0 2 0,0-1 0,0 1 0,0 0 0,0 1 0,1 0 0,-1 0 0,1 1 0,-1 0 0,1 1 0,0-1 0,1 1 0,-1 1 0,-11 11 0,4 0 0,1 1 0,0 1 0,1 0 0,1 0 0,-14 35 0,21-44 0,0 1 0,1 0 0,0 0 0,1 1 0,0-1 0,1 0 0,0 1 0,1-1 0,0 1 0,1-1 0,0 1 0,1-1 0,3 14 0,2-5-145,1-1 0,1 0 0,1 0-1,23 32 1,-26-40-494,2 2-6187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08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24575,'829'0'0,"-798"1"0,55 12 0,-54-7 0,43 2 0,-43-8 0,0 2 0,57 11 0,-59-7 0,55 2 0,-54-6 0,50 10 0,-31-5 0,1-1 0,0-3 0,84-6 0,-25 0 0,373 3 0,-454-2 0,56-10 0,-54 6 0,47-2 0,138-8 0,-77 4 0,97-15 0,-151 15 0,-45 6 0,62-2 0,-77 7 0,1-2 0,29-6 0,42-5 0,14 1 0,-76 7 0,53-2 0,56-6 0,-95 8 0,57-1 0,-22 9 0,111-4 0,-174-2-1365,-4-2-5461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6:1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24575,'3887'0'-1365,"-3865"0"-5461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2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24575,'0'-4'0,"0"-7"0,0-5 0,0-5 0,0-4 0,0-1 0,0-2 0,0 0 0,0 0 0,0 0 0,0 5-8191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27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11 117 24575,'0'-5'0,"0"-5"0,0-7 0,0-4 0,0-3 0,-4 2 0,-2 5-8191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2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24575,'0'1322'0,"2"-1296"0,0 1 0,7 29 0,3 37 0,-11-38 0,0-24 0,0 0 0,2 0 0,7 35 0,-3-30 0,3 72 0,-1-6 0,-3-39 0,-3-1 0,-5 71 0,5 79 0,9-131 0,-7-55 0,4 51 0,-7 734 0,-5-394 0,3 622 0,-1-1008 0,-11 60 0,6-60 0,-2 58 0,6-38 0,-11 54 0,3-20 0,9-82-136,1 0-1,0 0 1,-1 0-1,0 0 1,1 0-1,-1 0 1,0 0-1,-1 0 0,-1 4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2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24575,'0'755'-1365,"0"-732"-5461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29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24575,'27'2'0,"48"9"0,7 0 0,490-5 0,-311-9 0,-174 1 0,-48-1 0,1 2 0,-1 2 0,0 2 0,73 16 0,-85-11 0,167 44 0,-98-27 0,-66-16 0,-1-1 0,1-2 0,58 5 0,-59-9-682,57 12-1,-64-10-6143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3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24575,'66'4'0,"1"3"0,102 26 0,-81-14 0,-5-2 0,0-4 0,155 3 0,445-18 35,-381 3-1435,-280-1-5426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3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24575,'20'2'0,"-1"0"0,1 2 0,31 9 0,4 1 0,30 4 0,0-5 0,129 4 0,-115-17 0,105 14 0,-65-2 0,198-10 0,-154-5 0,771 3-1365,-932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40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24575,'-2'44'0,"-8"55"0,-3 39 0,15 23 0,-4 102 0,-9-152 0,-4 89 0,16 2233 0,-2-2393 0,-11 59 0,6-56 0,-1 43 0,6 39 0,-13 204 0,8-176 0,1-29 0,-7-30 0,7-58 0,-3 58 0,9 1781-1365,-1-1852-5461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4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24575,'1196'0'0,"-1166"-1"0,54-11 0,-53 6 0,52-2 0,20 6 0,196 6 0,-203 8 0,-57-6 0,59 2 0,28-9-1365,-104 1-5461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46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24575,'427'-20'0,"-10"-2"0,285 8 0,-427 17 0,-210-3 0,-15-2 0,0 3 0,0 2 0,56 11 0,-39-6 103,5 1-1571,-56-4-5358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4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24575,'114'-6'0,"206"-39"0,-198 24 0,8-4 0,-62 11 0,0 3 0,105-4 0,-130 13 0,48-8 0,30-2 0,359 11 0,-230 2 0,-231-2 0,1-1 0,34-9 0,-33 7 0,-1 0 0,26-2 0,131 7-1365,-155-1-5461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4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24575,'-25'30'0,"1"1"0,2 0 0,1 2 0,-26 53 0,8-15 0,36-65 0,-1 0 0,1 0 0,1 0 0,-1 0 0,1 0 0,-3 11 0,5-15 0,0-1 0,0 1 0,0-1 0,0 0 0,0 1 0,0-1 0,0 1 0,0-1 0,0 1 0,1-1 0,-1 0 0,1 1 0,-1-1 0,1 0 0,-1 1 0,1-1 0,0 0 0,-1 0 0,1 1 0,0-1 0,0 0 0,0 0 0,0 0 0,0 0 0,0 0 0,0-1 0,0 1 0,0 0 0,1 0 0,-1-1 0,0 1 0,0-1 0,1 1 0,-1-1 0,0 1 0,1-1 0,0 0 0,26 5 0,0-1 0,0-2 0,0-1 0,41-5 0,-28 2 0,48 4 0,-65 0 0,0 1 0,-1 1 0,1 1 0,-1 1 0,0 1 0,30 15 0,-46-19 0,0 1 0,-1 0 0,1 1 0,-1-1 0,0 1 0,0 1 0,0-1 0,-1 1 0,0 0 0,0 0 0,-1 1 0,1-1 0,-1 1 0,0 0 0,-1 0 0,0 1 0,0-1 0,0 1 0,-1-1 0,0 1 0,0 0 0,-1 0 0,1 15 0,-2-7 0,-1 0 0,0 0 0,-1 0 0,0-1 0,-1 1 0,-1 0 0,-1-1 0,0 0 0,0 0 0,-2-1 0,0 0 0,0 0 0,-18 25 0,10-19 0,-2 0 0,0-1 0,-1-1 0,0-1 0,-1 0 0,-1-2 0,-38 23 0,44-32 0,0 0 0,0-1 0,0 0 0,-1-1 0,1-1 0,-1 0 0,0-2 0,-21 1 0,14-2 0,0-1 0,0-1 0,0 0 0,-43-13 0,19-6-1365,29 11-5461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4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24575,'4'0'0,"6"0"0,5 0 0,10 0 0,3 0 0,3 0 0,-1 0 0,0 0 0,-1 0 0,-2 0 0,0 0 0,-2 0 0,1 0 0,-1 0 0,0 0 0,0 0 0,-4 5 0,-6 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45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79 112 24575,'-5'116'0,"-29"176"0,16-173 0,-3 154 0,20-223 0,5 205 0,-3-242 0,0 0 0,1 0 0,1 0 0,0-1 0,7 23 0,-8-31 0,0 0 0,0-1 0,0 1 0,0 0 0,0-1 0,1 0 0,-1 1 0,1-1 0,0 0 0,0 0 0,0-1 0,0 1 0,0-1 0,1 1 0,-1-1 0,1 0 0,-1 0 0,1-1 0,0 1 0,0-1 0,5 1 0,14 2 0,1-1 0,0-2 0,0 0 0,0-1 0,0-2 0,0-1 0,-1-1 0,1-1 0,-1-1 0,0-1 0,-1-1 0,1-1 0,-1-1 0,-1-2 0,0 0 0,20-16 0,-16 9 0,-1-1 0,-1-2 0,-1-1 0,-1 0 0,0-2 0,-2 0 0,-1-2 0,-1 0 0,-1-1 0,-2 0 0,0-2 0,10-32 0,-3-14 0,-3-1 0,-4 0 0,-2-1 0,2-126 0,-13 189 0,-1 0 0,0 0 0,-1 0 0,0 0 0,-1 0 0,-1 0 0,-8-25 0,7 29 0,-1 1 0,0-1 0,-1 1 0,0 0 0,-1 0 0,0 1 0,0 0 0,-1 0 0,0 1 0,-11-10 0,-5-2 0,0 1 0,-1 1 0,-1 1 0,-32-16 0,40 25 0,1 1 0,-1 1 0,-1 1 0,1 0 0,-1 2 0,1 0 0,-37 0 0,38 3 0,0 0 0,0 1 0,1 1 0,-1 1 0,1 0 0,0 2 0,0 0 0,0 0 0,0 2 0,1 0 0,-26 17 0,-28 26-1365,54-39-5461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5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24575,'203'-3'0,"205"7"0,-405-4 0,-1 0 0,1 0 0,-1 1 0,1-1 0,-1 1 0,1-1 0,-1 1 0,0 0 0,1 0 0,-1 0 0,0 0 0,1 1 0,-1-1 0,0 1 0,0-1 0,0 1 0,0 0 0,-1 0 0,1 0 0,0 0 0,-1 0 0,2 3 0,-1-1 0,0 0 0,-1 0 0,0 1 0,0-1 0,0 1 0,0-1 0,-1 1 0,0-1 0,1 1 0,-2-1 0,0 10 0,-3 9 0,-1 0 0,-1-1 0,-18 43 0,24-64 0,-46 106 0,-5-3 0,-3-2 0,-94 130 0,134-213-170,1 0-1,0 1 0,2 0 1,0 1-1,1 1 0,1 0 1,-11 36-1,17-37-6655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5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24575,'8'0'0,"8"0"0,10 0 0,8 0 0,8 0 0,1 0 0,-3 0 0,-4 0 0,-3 0 0,-3 0 0,-3 0 0,-1 0 0,-1 0 0,-1 0 0,-3 5 0,-6 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5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186 133 24575,'5'-1'0,"0"-1"0,0 0 0,0-1 0,0 1 0,0-1 0,-1 0 0,1 0 0,5-5 0,10-7 0,11-2 0,2 2 0,-1 1 0,2 1 0,0 2 0,40-7 0,-71 17 0,0 0 0,0 1 0,0 0 0,0-1 0,0 2 0,0-1 0,0 0 0,1 0 0,-1 1 0,0 0 0,0 0 0,0 0 0,-1 0 0,1 0 0,0 0 0,0 1 0,4 3 0,-6-4 0,1 1 0,-1 0 0,0 0 0,1 0 0,-1 0 0,0 0 0,0 1 0,0-1 0,-1 0 0,1 0 0,-1 1 0,1-1 0,-1 0 0,1 1 0,-1-1 0,0 1 0,0-1 0,0 0 0,0 1 0,-1-1 0,1 0 0,-1 1 0,1-1 0,-1 0 0,-1 4 0,-4 9 0,0-1 0,0 0 0,-1 0 0,-1-1 0,-17 23 0,-54 60 0,62-77 0,-23 27 0,-1-3 0,-3-1 0,0-2 0,-95 62 0,116-90 0,54-21 0,34 1 0,-1 4 0,117 7 0,-174-2 0,0 0 0,0 0 0,0 0 0,-1 1 0,1 0 0,0 1 0,-1-1 0,1 1 0,-1 1 0,0-1 0,0 1 0,0 0 0,0 1 0,5 5 0,-8-7 0,0 1 0,-1-1 0,1 1 0,-1 0 0,1 0 0,-1 1 0,0-1 0,-1 0 0,1 1 0,-1-1 0,0 1 0,0 0 0,0-1 0,0 1 0,-1 0 0,0-1 0,0 1 0,0 0 0,0 0 0,-1-1 0,0 1 0,0 0 0,-1 4 0,0-2 0,0 0 0,0 0 0,-1 0 0,0 0 0,0 0 0,-1-1 0,0 1 0,0-1 0,0 0 0,0 0 0,-1-1 0,0 0 0,0 1 0,-1-2 0,1 1 0,-1-1 0,0 0 0,-8 4 0,1-2 0,0-1 0,0 0 0,-1-1 0,1-1 0,-1-1 0,0 0 0,0 0 0,-20-2 0,16 0 0,-13 1 0,-45-7 0,65 4 0,1 0 0,0 0 0,0-1 0,1-1 0,-1 0 0,1 0 0,-1-1 0,-11-8 0,-51-35-1365,58 39-5461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57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40 169 24575,'13'-8'0,"0"-1"0,0 0 0,-1-1 0,-1 0 0,14-16 0,-16 16 0,-1 1 0,1 0 0,1 0 0,0 1 0,0 1 0,0 0 0,1 0 0,0 1 0,15-6 0,-16 9 0,0 0 0,0 1 0,0 0 0,0 1 0,0 0 0,0 1 0,0 0 0,0 1 0,14 2 0,-20-2 0,-1 0 0,1 0 0,-1 0 0,1 1 0,-1-1 0,0 1 0,0 0 0,1 0 0,-1 0 0,-1 0 0,1 0 0,0 1 0,0 0 0,-1-1 0,0 1 0,1 0 0,-1 0 0,0 1 0,0-1 0,-1 0 0,1 1 0,-1-1 0,1 1 0,-1-1 0,0 1 0,0 0 0,-1 0 0,1-1 0,0 5 0,-1 8 0,-1 0 0,0-1 0,-1 1 0,0-1 0,-1 1 0,-1-1 0,0 0 0,-1 0 0,-1-1 0,0 1 0,-1-2 0,0 1 0,-13 18 0,-10 11 0,-2-1 0,-56 58 0,-105 83 0,192-182 0,0-1 0,0 1 0,0 0 0,0 0 0,0 0 0,0 0 0,1 0 0,-1 0 0,0 0 0,1 0 0,-1 0 0,1 0 0,-1 0 0,1 0 0,-1 0 0,1 1 0,0-1 0,0 0 0,-1 0 0,1 0 0,0 1 0,0-1 0,0 0 0,0 0 0,1 3 0,0-3 0,0 1 0,0-1 0,0 1 0,0-1 0,0 0 0,0 1 0,1-1 0,-1 0 0,0 0 0,1 0 0,-1 0 0,1-1 0,-1 1 0,1 0 0,-1-1 0,3 2 0,11 2 0,1 0 0,0-1 0,18 1 0,-19-3 0,95 9-412,131-6 1,-212-4-131,-7 0-6284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47:59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0 595 24575,'1'-28'0,"2"0"0,0 0 0,2 1 0,1-1 0,1 1 0,1 1 0,1-1 0,1 1 0,2 1 0,0 0 0,23-34 0,-22 38 0,2 1 0,0 0 0,1 1 0,1 1 0,0 1 0,1 0 0,1 2 0,1 0 0,0 1 0,0 1 0,2 1 0,43-17 0,-60 26 0,1 2 0,-1-1 0,1 1 0,-1-1 0,1 2 0,-1-1 0,1 1 0,0 0 0,-1 0 0,1 0 0,-1 1 0,1 0 0,7 2 0,-10-1 0,0-1 0,-1 1 0,1 0 0,-1 0 0,0 0 0,1 0 0,-1 1 0,0-1 0,0 1 0,0-1 0,0 1 0,-1 0 0,1-1 0,-1 1 0,1 0 0,-1 0 0,0 0 0,0 1 0,-1-1 0,1 0 0,0 0 0,-1 0 0,0 1 0,0-1 0,0 5 0,2 42 0,-3-1 0,-2 0 0,-1 0 0,-13 58 0,9-72 0,-1-1 0,-2 0 0,-1-1 0,-1 0 0,-2-1 0,-29 48 0,23-51 0,-1-1 0,-2-2 0,-45 42 0,44-46 0,1 1 0,1 1 0,1 2 0,-24 36 0,45-61 0,0 0 0,0 0 0,1 0 0,-1 0 0,0 0 0,0 0 0,1 0 0,-1 0 0,1 0 0,-1 0 0,1 0 0,-1 1 0,1-1 0,-1 0 0,1 0 0,0 1 0,0-1 0,0 0 0,0 1 0,0-1 0,0 0 0,0 0 0,0 1 0,0-1 0,1 0 0,-1 1 0,0-1 0,1 0 0,-1 0 0,1 0 0,-1 0 0,1 1 0,0-1 0,-1 0 0,1 0 0,0 0 0,0 0 0,-1 0 0,1-1 0,0 1 0,0 0 0,0 0 0,0 0 0,0-1 0,0 1 0,1-1 0,-1 1 0,0-1 0,0 1 0,0-1 0,0 0 0,3 1 0,8 1 0,0 0 0,1-1 0,-1-1 0,17-1 0,-15 1 0,54-4 0,-28 1 0,52 3 0,-82 1 0,1 0 0,-1 1 0,0 0 0,0 0 0,0 1 0,0 1 0,-1 0 0,1 0 0,-1 1 0,10 6 0,-17-9-151,1 0-1,-1 1 0,1-1 0,-1 1 1,0-1-1,0 1 0,0 0 1,3 5-1,2 8-6674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5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24575,'26'505'0,"0"1"0,-25-197 0,-4 404 0,-9-441 0,-3 143 0,15-414 0,-14 785 0,2 261 0,15-641 0,-1-195 0,-5 225 0,-9-305 0,-2 61 0,12-146 0,-9 55 0,5-55 0,0 56 0,7 140-1365,-1-218-5461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5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24575,'55'0'0,"492"-16"0,-191 8 0,-83 5 0,-107-10 0,80-2 0,500 16 0,-722 1 0,0 0 0,31 8 0,33 3 0,77-12-1365,-144-1-5461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5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24575,'5'0'0,"5"0"0,5 0 0,5 0 0,4 0 0,1 0 0,-4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5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24575,'116'-7'0,"0"-6"0,204-50 0,-206 36 0,1 5 0,209-11 0,-231 35 0,97 15 0,184 23 0,-337-36 0,0 2 0,36 12 0,23 4 0,-94-21 0,64 11 0,125 5 0,-168-15 0,0 1 0,0 0 0,0 2 0,27 9 0,-27-6 0,1-2 0,-1-1 0,43 4 0,289-11-1365,-333 2-5461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0:5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24575,'0'58'0,"-16"352"0,2-107 0,14-213 0,-4 1 0,-19 111 0,6-114 0,4 0 0,-4 119 0,11-103 0,-27 158 0,17-159 0,-6 157 0,22 1411 0,2-739 0,-2-412 0,2-489 0,10 60 0,-7-60 0,3 59 0,-8-50 0,-1-6 0,2-1 0,1 1 0,10 51 0,-5-39 0,-2 0 0,-2 1 0,-2 0 0,-4 52 0,0 9 0,3 98-1365,0-195-5461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1:0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24575,'28'-2'0,"-1"-1"0,0-2 0,-1-1 0,33-11 0,34-8 0,-8 12 0,106-1 0,38-4 0,282-36 0,-35 47 0,-274 9 0,-45 12 0,-4 1 0,-128-13 0,0 1 0,-1 1 0,1 1 0,23 9 0,59 12 0,-49-17-49,-12-1-609,51 1 0,-74-9-6168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7:51:0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24575,'47'3'0,"0"2"0,1 3 0,55 16 0,-47-10 0,94 10 0,366-18 0,-273-10 0,-200 5 0,43-1 0,135-16 0,-147 8 0,128 3 0,-121 7 0,94-13 0,15-5-30,236 13-1,-213 6-1273,-191-3-5522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0:3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78 24575,'-3'0'0,"1"1"0,0-1 0,-1 1 0,1 0 0,0 0 0,0 0 0,0 0 0,0 0 0,0 1 0,0-1 0,0 1 0,0-1 0,0 1 0,1-1 0,-1 1 0,-2 3 0,-26 38 0,20-28 0,-123 212 0,42-64 0,85-151 0,1-1 0,0 1 0,1 0 0,0 1 0,1-1 0,1 0 0,-2 14 0,-4 19 0,73-174 0,-48 96 0,37-53 0,10-20 0,-5 9 0,-46 77 0,13-37 0,-22 47 0,0-1 0,1 1 0,0 0 0,7-11 0,50-88 0,-61 109 0,-1 0 0,0-1 0,0 1 0,1 0 0,-1 0 0,0-1 0,1 1 0,-1 0 0,0-1 0,1 1 0,-1 0 0,0 0 0,1 0 0,-1-1 0,1 1 0,-1 0 0,0 0 0,1 0 0,-1 0 0,1 0 0,-1 0 0,0 0 0,1 0 0,-1 0 0,1 0 0,-1 0 0,1 0 0,-1 0 0,0 0 0,1 0 0,-1 1 0,1-1 0,-1 0 0,0 0 0,1 0 0,-1 1 0,1-1 0,16 18 0,9 23 0,-12-11 0,-2 0 0,-1 0 0,-1 1 0,-2 0 0,-1 1 0,4 55 0,-7-66 0,1 0 0,0 0 0,14 31 0,2 12 0,-13-37-97,-5-12-157,1 0 1,1 0-1,0-1 0,11 20 1,-5-17-6573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0:41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24489,'-168'291'0,"336"2"0,169-293 0,-168-293 0,-338 2 0,-168 291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0:4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24575,'4'0'0,"2"4"0,4 2 0,0 4 0,-1 4 0,1 1 0,0 1 0,2-2 0,-1 2 0,2-3 0,-1 1 0,2-2 0,-2 2 0,1-2 0,4-3 0,-2-3-8191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0:5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411 483 24575,'-3'-6'0,"1"0"0,-1 0 0,0 1 0,-1-1 0,1 1 0,-1 0 0,0 0 0,0 0 0,-1 1 0,0-1 0,-5-4 0,1 1 0,-65-79 0,61 69 0,0 1 0,-1 0 0,-1 1 0,0 0 0,-1 2 0,-1 0 0,0 0 0,-28-15 0,43 28 0,-1-1 0,1 1 0,-1 0 0,1 0 0,-1 0 0,0 0 0,1 1 0,-1-1 0,0 1 0,0-1 0,0 1 0,1 0 0,-1 0 0,0 0 0,0 1 0,1-1 0,-1 1 0,0-1 0,0 1 0,1 0 0,-1 0 0,-3 2 0,3-1 0,0 1 0,1 0 0,-1-1 0,0 1 0,1 0 0,0 1 0,-1-1 0,1 0 0,0 1 0,1-1 0,-1 1 0,1 0 0,-2 7 0,-2 11 0,1 0 0,2 0 0,0 0 0,2 29 0,-1 7 0,-1-34 0,2 0 0,1 0 0,7 46 0,-6-64 0,0 0 0,0 0 0,0 0 0,1-1 0,0 1 0,0-1 0,1 0 0,-1 0 0,1 0 0,0 0 0,0-1 0,1 1 0,-1-1 0,1 0 0,0-1 0,0 1 0,0-1 0,1 0 0,-1 0 0,1-1 0,0 1 0,0-1 0,-1-1 0,1 1 0,1-1 0,5 1 0,15 1 0,-1-1 0,1-1 0,0-1 0,43-7 0,-67 7 0,1-1 0,0 1 0,-1-1 0,1 0 0,0 0 0,-1-1 0,1 1 0,-1-1 0,0 0 0,0 1 0,1-1 0,-1-1 0,0 1 0,-1 0 0,1-1 0,0 0 0,-1 1 0,1-1 0,-1 0 0,0 0 0,0-1 0,0 1 0,-1 0 0,2-4 0,2-7 0,-1-1 0,0 0 0,-1 0 0,1-26 0,0 13 0,1-23 0,-3 0 0,-6-96 0,-5 99 0,7 40 0,0 1 0,0-1 0,1 0 0,0 0 0,1 0 0,-1 0 0,2-8 0,0 13 0,0 0 0,-1 1 0,2-1 0,-1 0 0,0 0 0,1 0 0,-1 1 0,1-1 0,0 1 0,0-1 0,0 1 0,0 0 0,0 0 0,0 0 0,0 0 0,1 0 0,-1 0 0,1 1 0,0-1 0,-1 1 0,1-1 0,6-1 0,33-15 8,-24 9-466,0 1 1,26-7-1,-23 10-6368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0:5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24575,'0'-5'0,"1"-1"0,0 0 0,1 1 0,-1-1 0,1 0 0,0 1 0,0 0 0,1-1 0,0 1 0,0 0 0,0 0 0,5-5 0,53-59 0,-31 38 0,3-6 0,42-35 0,-75 72 0,0-1 0,1 1 0,-1 0 0,1-1 0,-1 1 0,0 0 0,1-1 0,-1 1 0,1 0 0,-1-1 0,1 1 0,-1 0 0,1 0 0,-1 0 0,1 0 0,-1-1 0,1 1 0,0 0 0,-1 0 0,1 0 0,-1 0 0,1 0 0,-1 0 0,1 0 0,-1 1 0,1-1 0,-1 0 0,1 0 0,-1 0 0,1 0 0,-1 1 0,1-1 0,-1 0 0,1 0 0,-1 1 0,1-1 0,-1 0 0,0 1 0,1-1 0,-1 1 0,1-1 0,-1 1 0,0-1 0,0 0 0,1 1 0,-1-1 0,0 1 0,0-1 0,1 1 0,-1-1 0,0 1 0,0-1 0,0 1 0,0 0 0,0-1 0,0 1 0,0-1 0,0 1 0,0 0 0,3 40 0,-3-37 0,23 566 0,-21-538 0,0 9 0,-5 59 0,2-98 0,1 1 0,-1-1 0,1 0 0,-1 1 0,0-1 0,0 0 0,0 0 0,0 1 0,-1-1 0,1 0 0,0 0 0,-1 0 0,0-1 0,1 1 0,-1 0 0,0 0 0,0-1 0,0 0 0,0 1 0,0-1 0,0 0 0,0 0 0,-1 0 0,1 0 0,0 0 0,0 0 0,-1-1 0,1 1 0,-5-1 0,-6 2 0,0-1 0,0-1 0,0 0 0,-15-2 0,21 1 0,35 1 0,-10 0 0,0 0 0,-1 1 0,29 5 0,-32-2-151,1 0-1,-1-1 0,1-1 0,0 0 1,0-1-1,0-1 0,0 0 1,28-4-1,-27-2-6674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0:5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1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24072,'4345'0'0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2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69 170 24575,'0'-4'0,"0"-6"0,0-6 0,0-4 0,0-3 0,0-2 0,0-1 0,-4 3 0,-6 7 0,-2 9 0,3 11 0,1 9 0,3 7 0,2 3 0,2 3 0,-4 2 0,-1-1 0,1-4-8191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2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54 24575,'0'-4'0,"0"-6"0,0-5 0,-5-1 0,0 7 0,-1 10 0,-2 4 0,-1 6 0,1 5 0,3 4 0,1-1-8191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2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24575,'0'-4'0,"0"-6"0,0-6 0,0-4 0,0-3 0,0-2 0,0-1 0,0 8 0,0 11 0,0 12 0,0 9 0,0 6 0,0 5 0,0 2 0,0 0 0,0 1 0,0-5-8191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2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24575,'0'4'0,"0"6"0,0 6 0,0 4 0,0 3 0,0 2 0,0 1 0,0 0 0,0 1 0,0-1 0,0-8 0,0-8-8191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3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11 215 24575,'0'-4'0,"0"-6"0,0-5 0,0-5 0,0-3 0,0-2 0,0-1 0,0-1 0,0 1 0,-5 4 0,0 6-8191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39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24575,'0'-2'0,"1"1"0,-1 0 0,1 0 0,0 0 0,-1 0 0,1 0 0,0 0 0,0 0 0,-1 0 0,1 0 0,0 0 0,0 0 0,0 0 0,0 1 0,0-1 0,1 0 0,-1 1 0,0-1 0,0 1 0,2-1 0,31-13 0,-25 11 0,26-8 0,63-12 0,-24 7 0,-17 5 0,87-7 0,-65 10 0,33 0 0,141 8 0,-100 3 0,1865-3 0,-1821 16 0,-97-4 0,-21-1 0,-45-6 0,53 3 0,-55-7 0,51 11 0,-50-7 0,52 3 0,-1-9 0,-27 0 0,0 2 0,96 14 0,-104-9 0,-1-2 0,90-3 0,-70-2 0,-66 0 0,-1 1 0,0 0 0,1 0 0,-1 0 0,0 0 0,1 0 0,-1 0 0,0 1 0,1-1 0,-1 0 0,0 1 0,0-1 0,1 1 0,-1-1 0,0 1 0,0 0 0,2 1 0,-3-2 0,1 1 0,-1-1 0,0 1 0,0-1 0,0 1 0,0 0 0,0-1 0,0 1 0,0-1 0,-1 1 0,1-1 0,0 1 0,0-1 0,0 1 0,0-1 0,-1 1 0,1-1 0,0 1 0,0-1 0,-1 1 0,1-1 0,0 0 0,-1 1 0,1-1 0,-1 1 0,1-1 0,-1 1 0,-3 2 0,0 0 0,0 0 0,-1 0 0,1 0 0,-1-1 0,1 0 0,-10 3 0,-9 0 0,-1-2 0,-37 0 0,37-2 0,0 1 0,-36 6 0,16-1 0,-1-2 0,0-1 0,-90-7 0,33 0 0,-329 3 0,405-1 0,0-2 0,0-1 0,-47-13 0,48 9 0,-1 2 0,-1 1 0,-48-3 0,51 8 0,-1-1 0,1-1 0,-41-9 0,-15-4 0,53 11 0,0-1 0,-48-16 0,49 13 0,21 8 0,1-1 0,-1 0 0,0-1 0,1 1 0,-1-1 0,1 0 0,-1 0 0,1 0 0,0-1 0,0 1 0,-5-5 0,8 6 0,1 0 0,0 1 0,0-1 0,0 1 0,0-1 0,0 0 0,0 1 0,0-1 0,0 0 0,0 1 0,0-1 0,0 0 0,0 1 0,0-1 0,0 1 0,1-1 0,-1 0 0,0 1 0,0-1 0,1 1 0,-1-1 0,1 0 0,-1 1 0,0-1 0,1 1 0,-1 0 0,1-1 0,-1 1 0,1-1 0,-1 1 0,1 0 0,-1-1 0,1 1 0,0 0 0,-1-1 0,1 1 0,-1 0 0,1 0 0,0 0 0,-1 0 0,1-1 0,0 1 0,30-9 0,-16 6 0,-1 1 0,1 0 0,0 0 0,0 2 0,0 0 0,-1 0 0,1 2 0,0-1 0,0 2 0,-1 0 0,0 1 0,1 0 0,-2 2 0,15 6 0,-19-8 0,0 0 0,1 0 0,-1-1 0,0 0 0,1 0 0,0-1 0,0-1 0,17 1 0,87-4 0,-47-1 0,-52 3 0,19-1 0,-1 1 0,1 2 0,63 12 0,-80-10 31,1-2-1,-1 0 0,26-2 0,-26 0-401,0 0-1,-1 2 1,26 4-1,-25-1-6454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1:4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24575,'0'-5'0,"0"-5"0,0-5 0,0-5 0,0-3 0,0-2 0,0 3-8191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0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24413,'-260'0'0,"260"770"0,260-1540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0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24575,'18'0'0,"0"-1"0,1 1 0,0 1 0,-1 1 0,26 6 0,-38-7 0,-1 1 0,1 0 0,-1 1 0,0-1 0,0 1 0,0 0 0,0 0 0,0 1 0,-1-1 0,1 1 0,-1 0 0,0 0 0,0 1 0,-1-1 0,1 1 0,-1 0 0,0 0 0,3 7 0,2 3 0,-2 2 0,0-1 0,-1 1 0,6 32 0,-10-43 0,0 0 0,0-1 0,-1 1 0,0 0 0,0 0 0,0 0 0,-1 0 0,0 0 0,0 0 0,0 0 0,-1 0 0,0-1 0,0 1 0,0-1 0,-1 1 0,0-1 0,-6 9 0,5-11 0,0 0 0,0 0 0,0 0 0,0-1 0,-1 0 0,1 0 0,-1 0 0,1 0 0,-1-1 0,-9 2 0,-24 10 0,25-7 14,0-1-1,-1 0 0,0 0 0,1-2 1,-1 0-1,-1 0 0,1-1 1,-21 0-1,8-3-384,-1 0-1,1-2 1,-39-9 0,44 7-6455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0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24575,'13'175'0,"0"7"0,-13-127 0,0-50 0,-1-35 0,1 13 0,0 0 0,1 0 0,1 0 0,0 0 0,2 0 0,6-21 0,-9 34 0,1-1 0,1 1 0,-1 0 0,0-1 0,1 1 0,0 0 0,0 0 0,0 1 0,0-1 0,1 1 0,-1-1 0,1 1 0,0 0 0,0 1 0,0-1 0,1 1 0,-1-1 0,0 1 0,1 1 0,0-1 0,-1 1 0,1-1 0,0 1 0,0 1 0,-1-1 0,9 0 0,-8 1 0,-1 0 0,1 1 0,0-1 0,-1 1 0,1-1 0,-1 2 0,1-1 0,-1 0 0,0 1 0,1 0 0,-1 0 0,0 0 0,0 0 0,0 1 0,0-1 0,-1 1 0,1 0 0,-1 0 0,0 1 0,0-1 0,0 1 0,0-1 0,0 1 0,-1 0 0,0 0 0,1 0 0,-2 0 0,1 1 0,0-1 0,-1 1 0,0-1 0,0 1 0,0-1 0,-1 1 0,1-1 0,-1 1 0,0 0 0,0-1 0,-1 1 0,1-1 0,-1 1 0,0-1 0,-1 1 0,1-1 0,-3 6 0,3-8 6,0 0 0,0 0 0,-1 0 0,1 0 0,-1 0 0,1 0 0,-1 0 0,0 0 0,0-1 0,0 1 0,0-1 0,0 1 0,0-1 0,0 0 0,0 0 0,-1 0 0,1 0 0,0 0 0,-6 1 0,-46 3-1491,31-6-5341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0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24575,'0'5'0,"0"5"0,0 6 0,0 4 0,0 3 0,0 2 0,0 1 0,0 0 0,0 1 0,0-1 0,0 0 0,0 0 0,4-5 0,6-5 0,1-6-8191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1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332 433 24575,'-65'-1'0,"-72"3"0,134-1 0,0-1 0,0 1 0,0 0 0,1 0 0,-1 0 0,0 0 0,0 1 0,1-1 0,-1 1 0,1 0 0,-1-1 0,1 1 0,0 0 0,0 1 0,-1-1 0,2 0 0,-1 1 0,0-1 0,0 1 0,1-1 0,-1 1 0,1 0 0,0-1 0,0 1 0,0 0 0,0 0 0,0 0 0,1 0 0,0 0 0,-1 0 0,1 0 0,0 0 0,1 4 0,-2 1 0,1 1 0,1-1 0,0 0 0,0 1 0,1-1 0,0 0 0,0 0 0,1 0 0,0 0 0,0 0 0,5 8 0,7 7 0,-9-13 0,0 0 0,1 0 0,0-1 0,0 0 0,1-1 0,0 1 0,1-1 0,12 9 0,10 7 0,-28-20 0,1-1 0,0 0 0,0 0 0,0 0 0,0 0 0,1 0 0,-1-1 0,1 0 0,-1 0 0,1 0 0,0 0 0,7 0 0,-7-1 0,0 0 0,1 0 0,-1-1 0,0 0 0,1 0 0,-1 0 0,1-1 0,-1 0 0,0 0 0,0 0 0,1-1 0,-1 1 0,0-1 0,0-1 0,0 1 0,-1-1 0,1 1 0,4-5 0,-6 4 0,-1 0 0,1 0 0,-1 0 0,1 0 0,-1-1 0,0 1 0,-1-1 0,1 1 0,0-1 0,-1 0 0,0 0 0,0 0 0,0 0 0,0 0 0,-1 0 0,0 0 0,1 0 0,-1 0 0,-1 0 0,1 0 0,-1 0 0,1 0 0,-1 0 0,0 0 0,-2-4 0,-3-8 0,0 0 0,-1 0 0,-1 0 0,-1 1 0,-19-27 0,-64-67 0,45 56 0,25 29 0,-34-27 0,40 37 0,0 0 0,0-1 0,1-1 0,1 0 0,-18-27 0,30 39 0,-1 0 0,1 1 0,1-1 0,-1 0 0,0 0 0,1 0 0,0 0 0,0 0 0,0 0 0,0 0 0,1-1 0,-1 1 0,1 0 0,0 0 0,1-1 0,-1 1 0,1 0 0,0 0 0,1-5 0,0 4 0,1 1 0,-1 0 0,1-1 0,0 1 0,0 1 0,1-1 0,-1 0 0,1 1 0,0-1 0,-1 1 0,1 0 0,1 0 0,8-4 0,5-1 0,0 1 0,1 0 0,1 2 0,-1 0 0,1 1 0,37-3 0,185 5 60,-126 3-1485,-95-1-5401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14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24575,'1'13'0,"1"1"0,0 0 0,1-1 0,9 27 0,4 13 0,7 45 0,-11-58 0,-2 1 0,-2 0 0,-2 1 0,2 75 0,-10-391 0,1 256 0,-1 0 0,0 1 0,-6-19 0,5 26 0,0 0 0,0 0 0,1 0 0,1-1 0,0 1 0,0 0 0,1-1 0,1 1 0,-1 0 0,2-1 0,-1 1 0,7-20 0,-7 28 0,0 0 0,0-1 0,0 1 0,0 0 0,0 0 0,0 0 0,1 0 0,-1 1 0,1-1 0,0 0 0,-1 0 0,1 1 0,0-1 0,0 1 0,0 0 0,0 0 0,4-2 0,-5 2 0,1 1 0,0 0 0,0 0 0,0 0 0,-1 0 0,1 0 0,0 0 0,0 0 0,0 0 0,-1 1 0,1-1 0,0 1 0,0 0 0,-1-1 0,1 1 0,0 0 0,2 2 0,2 1 0,0 1 0,0 1 0,0-1 0,-1 1 0,0 0 0,0 0 0,0 1 0,6 11 0,-6-8 17,-1 1 0,0-1 1,-1 1-1,0 0 0,0 0 0,2 19 0,-5-26-74,1-1 0,-1 0 0,0 1 0,0-1-1,0 1 1,0-1 0,0 0 0,-1 1 0,1-1 0,-1 1 0,0-1 0,0 0-1,0 0 1,-1 0 0,1 0 0,-1 0 0,0 0 0,0 0 0,0 0 0,0 0 0,0-1-1,0 1 1,-1-1 0,1 0 0,-5 4 0,-9 0-6769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18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361 206 24575,'0'-14'0,"0"1"0,-1-1 0,-1 0 0,0 1 0,0-1 0,-2 1 0,-8-23 0,10 31 0,-1 0 0,1 0 0,-1 1 0,0-1 0,-1 1 0,1 0 0,-1 0 0,0 0 0,0 1 0,0-1 0,0 1 0,0 0 0,-1 0 0,1 1 0,-1-1 0,0 1 0,0 0 0,0 0 0,0 1 0,0-1 0,-1 1 0,1 0 0,-6 0 0,0 0 0,0 1 0,1 0 0,-1 0 0,0 1 0,1 0 0,-1 1 0,1 1 0,-1-1 0,1 2 0,0-1 0,0 1 0,-12 8 0,16-9 0,0 1 0,0 0 0,1 0 0,0 1 0,0-1 0,0 1 0,0 1 0,1-1 0,-1 0 0,2 1 0,-1 0 0,0 0 0,1 0 0,0 0 0,1 1 0,-1-1 0,1 1 0,1 0 0,-1 0 0,0 8 0,0 9 0,0 0 0,2 0 0,1-1 0,1 1 0,0 0 0,10 34 0,-9-48 0,-1-1 0,2 0 0,0 0 0,0-1 0,0 1 0,1-1 0,0 0 0,1 0 0,0 0 0,0-1 0,1 0 0,0 0 0,0-1 0,0 0 0,1 0 0,0-1 0,0 0 0,15 7 0,-11-6 0,0-1 0,0-1 0,1 0 0,-1 0 0,22 2 0,-32-6 0,1 1 0,0-1 0,-1 0 0,1 0 0,0 0 0,0-1 0,-1 1 0,1-1 0,0 1 0,-1-1 0,1 0 0,-1 0 0,1 0 0,-1 0 0,1-1 0,-1 1 0,0-1 0,0 1 0,1-1 0,-1 0 0,0 0 0,-1 0 0,1 0 0,0 0 0,0 0 0,-1 0 0,0-1 0,1 1 0,-1-1 0,0 1 0,0-1 0,0 1 0,1-5 0,1-11 0,-1 0 0,0 0 0,-1 0 0,-1 0 0,-3-24 0,1 24 0,1 1 0,1-1 0,1 1 0,0-1 0,7-32 0,0-8 0,-7 48 0,0 1 0,0-1 0,1 1 0,0-1 0,5-13 0,-7 22 0,1 0 0,-1 1 0,0-1 0,1 0 0,-1 1 0,1-1 0,-1 1 0,1-1 0,-1 1 0,1-1 0,-1 1 0,1-1 0,0 1 0,-1-1 0,1 1 0,0 0 0,-1-1 0,1 1 0,0 0 0,-1 0 0,1 0 0,0-1 0,-1 1 0,1 0 0,0 0 0,0 0 0,-1 0 0,1 0 0,0 0 0,0 1 0,27 11 0,19 27 0,-32-22-136,-1 0-1,0 1 1,-1 1-1,-2 0 1,0 1-1,0 0 1,-2 1-1,-1 0 0,7 24 1,-10-28-6690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2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24575,'0'25'0,"1"-1"0,2 0 0,0 0 0,2 0 0,0-1 0,2 1 0,0-1 0,18 35 0,-7-8 0,-15-139 0,-3 87 0,0-1 0,0 1 0,0-1 0,0 1 0,1-1 0,-1 1 0,1 0 0,0-1 0,0 1 0,-1 0 0,1-1 0,1 1 0,-1 0 0,0 0 0,1 0 0,-1 0 0,1 0 0,-1 0 0,1 0 0,0 0 0,0 1 0,0-1 0,0 1 0,0-1 0,0 1 0,0 0 0,0 0 0,1 0 0,-1 0 0,0 0 0,1 1 0,-1-1 0,1 1 0,2-1 0,8 1 0,-1 0 0,1 1 0,0 1 0,-1 0 0,22 7 0,20 2 0,-51-11 0,-1 0 0,0 0 0,0-1 0,1 1 0,-1-1 0,0 1 0,0-1 0,0 0 0,0 0 0,0 0 0,0 0 0,0 0 0,0 0 0,0 0 0,0-1 0,-1 1 0,1-1 0,-1 1 0,1-1 0,-1 0 0,1 1 0,-1-1 0,0 0 0,0 0 0,0 0 0,0 0 0,0 0 0,0 0 0,-1 0 0,1-1 0,-1 1 0,1 0 0,-1 0 0,0-4 0,2-12 0,-1 1 0,-1-1 0,-2-26 0,0 20 0,2 16 0,-1-25 0,0 29 0,1 20 0,0 36-273,2 0 0,2-1 0,2 0 0,24 87 0,-26-121-6553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2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24575,'3'47'0,"11"65"0,-4-42 0,-9-62 0,1 1 0,0-1 0,1 1 0,0-1 0,0 0 0,1 0 0,0-1 0,0 1 0,1-1 0,0 1 0,7 7 0,-12-15 0,0 0 0,1 1 0,-1-1 0,0 1 0,1-1 0,-1 0 0,0 1 0,1-1 0,-1 0 0,0 0 0,1 1 0,-1-1 0,0 0 0,1 0 0,-1 1 0,1-1 0,-1 0 0,1 0 0,-1 0 0,0 0 0,1 0 0,-1 1 0,1-1 0,-1 0 0,1 0 0,-1 0 0,1 0 0,-1-1 0,1 1 0,-1 0 0,0 0 0,1 0 0,-1 0 0,1 0 0,-1 0 0,1-1 0,-1 1 0,0 0 0,1-1 0,8-21 0,-5-30 0,-4 51 0,-1-26 0,0 17 0,1 1 0,0 0 0,1-1 0,0 1 0,2-12 0,-3 19 0,1 0 0,0 0 0,0-1 0,0 1 0,0 0 0,0 0 0,0 0 0,1 0 0,-1 0 0,1 0 0,-1 1 0,1-1 0,0 0 0,0 1 0,-1-1 0,1 1 0,0 0 0,0 0 0,0-1 0,1 1 0,-1 1 0,0-1 0,0 0 0,1 0 0,2 0 0,8 0 0,0 0 0,-1 1 0,1 0 0,16 2 0,-19 0 0,0-1 0,0-1 0,0 0 0,0 0 0,0-1 0,0 0 0,14-4 0,-23 5 0,1-1 0,0 0 0,-1 1 0,1-1 0,-1 0 0,1 0 0,-1 0 0,0 0 0,1-1 0,-1 1 0,0 0 0,0-1 0,0 1 0,0 0 0,0-1 0,0 1 0,0-1 0,0 1 0,-1-1 0,1 0 0,-1 1 0,1-1 0,-1 0 0,0 0 0,1 1 0,-1-1 0,0-2 0,0 0 0,0 0 0,-1 0 0,1 0 0,-1 0 0,0 0 0,0 0 0,0 0 0,-1 0 0,1 0 0,-3-4 0,-1 8 0,2 12 0,0 13 0,4 236-1365,-1-239-5461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2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24575,'0'331'0,"0"-330"0,-1 0 0,1 0 0,0 0 0,0 1 0,0-1 0,0 0 0,0 0 0,1 0 0,-1 1 0,0-1 0,0 0 0,1 0 0,-1 0 0,1 0 0,-1 0 0,1 0 0,-1 0 0,1 0 0,0 0 0,0 0 0,0 1 0,0-2 0,0 0 0,0 0 0,-1 0 0,1 0 0,0 0 0,0 0 0,0 0 0,0 0 0,-1 0 0,1-1 0,0 1 0,0 0 0,-1 0 0,1-1 0,0 1 0,0-1 0,-1 1 0,1-1 0,-1 1 0,1-1 0,0 1 0,0-2 0,41-50 0,-33 39 0,-4 9 0,-1 0 0,1 0 0,1 0 0,-1 1 0,0 0 0,1 0 0,-1 0 0,1 1 0,0 0 0,0 0 0,0 0 0,0 1 0,0 0 0,0 0 0,0 1 0,1-1 0,-1 1 0,9 2 0,-10-2 0,0 0 0,0 0 0,0 1 0,0 0 0,0 0 0,0 0 0,0 1 0,0-1 0,-1 1 0,1 0 0,-1 1 0,1-1 0,-1 1 0,0 0 0,0 0 0,0 0 0,0 0 0,0 1 0,-1 0 0,0 0 0,0 0 0,5 6 0,-6-5 0,0 0 0,-1 0 0,1-1 0,-1 1 0,0 0 0,0 0 0,0 1 0,-1-1 0,1 0 0,-1 0 0,-1 0 0,1 0 0,-1 0 0,0 0 0,-2 8 0,2-10 0,-1 0 0,0 0 0,1 0 0,-1-1 0,0 1 0,0-1 0,-1 1 0,1-1 0,0 0 0,-1 0 0,0 0 0,1 0 0,-1 0 0,0-1 0,0 1 0,0-1 0,0 0 0,0 0 0,0 0 0,0 0 0,0 0 0,-1-1 0,1 1 0,0-1 0,-4 0 0,1 0-136,-1 0-1,0 0 1,1-1-1,-1 0 1,0 0-1,1 0 1,-1-1-1,1 0 0,-12-5 1,-5-6-6690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28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24575,'0'5'0,"0"5"0,0 5 0,0 5 0,0 3 0,0 2 0,0 1 0,0 1 0,0-1 0,0 0 0,0 1 0,0-2 0,0 1 0,0 0 0,0-1 0,4-4 0,6-6 0,1-5-8191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3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24575,'0'19'0,"-1"17"0,2 0 0,2 0 0,9 51 0,-6-13 0,-7-63 0,2 1 0,-1-1 0,1 0 0,1 1 0,5 19 0,-7-29 0,1-1 0,-1 0 0,1 0 0,-1 0 0,0 0 0,1 1 0,0-1 0,-1 0 0,1 0 0,0 0 0,-1 0 0,1 0 0,0 0 0,0-1 0,0 1 0,0 0 0,0 0 0,0-1 0,0 1 0,0 0 0,0-1 0,0 1 0,1-1 0,-1 1 0,0-1 0,0 0 0,0 0 0,2 1 0,-1-2 0,1 1 0,-1-1 0,0 0 0,1 1 0,-1-1 0,0 0 0,0 0 0,0-1 0,0 1 0,0 0 0,0-1 0,0 1 0,2-4 0,4-3 0,0-1 0,-1 0 0,0 0 0,-1-1 0,6-11 0,-4 0 0,0 0 0,-2-1 0,6-32 0,-10 37 0,2 0 0,0 0 0,0 1 0,2 0 0,0 0 0,1 0 0,14-23 0,-17 32 0,1-1 0,-1 0 0,0 0 0,3-12 0,-3 10 0,-2 97 0,-3-56 0,1-1 0,1 1 0,1 0 0,2-1 0,1 0 0,16 51 0,-4-38-1365,-8-28-5461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3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24575,'4'0'0,"6"0"0,1 4 0,3 2 0,4-1 0,3 0 0,1-2 0,3-1 0,1-1 0,0-1 0,-5 4 0,-5 2-8191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3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24575,'3'39'0,"0"0"0,3-1 0,1 0 0,2 0 0,17 48 0,-24-82 0,5 15 0,0 0 0,1 0 0,13 20 0,-18-35 0,-1 0 0,1 0 0,0 0 0,0-1 0,1 1 0,-1-1 0,1 1 0,-1-1 0,1 0 0,0-1 0,0 1 0,0-1 0,1 0 0,-1 0 0,1 0 0,-1 0 0,1-1 0,8 2 0,-8-2 0,0 0 0,0-1 0,0 0 0,0 0 0,0 0 0,0 0 0,0-1 0,0 0 0,0 0 0,0 0 0,0-1 0,8-4 0,-10 5 0,-1-2 0,1 1 0,-1 0 0,1-1 0,-1 1 0,0-1 0,0 1 0,-1-1 0,1 0 0,0 0 0,-1 0 0,0 0 0,1 0 0,-1 0 0,0 0 0,-1 0 0,1-1 0,-1 1 0,1 0 0,-1-6 0,1-72 0,-2 57 0,1 0 0,2 0 0,7-41 0,1-16 0,-9 115 0,2 1 0,10 56 0,-10-76 0,3 34 0,-6-36 0,1-1 0,1 1 0,0-1 0,0 0 0,1 0 0,1 0 0,10 23 0,-13-33 0,1 0 0,-1 0 0,1 0 0,0 0 0,-1 0 0,1-1 0,0 1 0,0 0 0,0-1 0,0 1 0,0-1 0,1 0 0,-1 0 0,0 0 0,1 0 0,-1 0 0,0 0 0,1-1 0,4 1 0,-2 0 0,1-1 0,0 0 0,0-1 0,0 0 0,-1 0 0,1 0 0,-1 0 0,9-4 0,0-1 0,1 0 0,-2-1 0,1-1 0,-1 0 0,20-18 0,-27 21-97,-1 0-1,0 0 1,1 1-1,0 0 1,0 0-1,0 0 1,1 0-1,-1 1 1,1 0-1,0 1 1,0-1-1,0 1 0,8-1 1,-3 5-6729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3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24575,'0'4'0,"0"6"0,-4 2 0,-2 2 0,1 3 0,0 4 0,2-7 0,1-9 0,1-11 0,1-8 0,0-6 0,0-4 0,0 2-8191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4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24575,'0'307'0,"-1"-380"0,3-87 0,-1 157 0,-1-1 0,1 1 0,0-1 0,0 1 0,0-1 0,1 1 0,-1-1 0,1 1 0,0 0 0,0 0 0,0 0 0,0 0 0,0 0 0,1 0 0,-1 1 0,1-1 0,0 1 0,0-1 0,0 1 0,5-3 0,-7 5 0,1-1 0,-1 1 0,1-1 0,-1 1 0,1-1 0,-1 1 0,1 0 0,-1 0 0,1 0 0,-1-1 0,1 1 0,-1 1 0,1-1 0,-1 0 0,1 0 0,-1 1 0,1-1 0,-1 0 0,0 1 0,2 0 0,-1 1 0,0-1 0,0 1 0,0 0 0,-1-1 0,1 1 0,-1 0 0,1 0 0,-1 0 0,0 0 0,0 0 0,0 0 0,0 0 0,0 0 0,0 1 0,-1-1 0,1 0 0,0 3 0,2 18 0,-1-1 0,-1 1 0,-1-1 0,-3 25 0,3-37 0,1-15 0,0 0 0,1-1 0,-1 1 0,1 0 0,0 1 0,1-1 0,-1 0 0,1 1 0,0-1 0,0 1 0,1 0 0,-1 0 0,1 0 0,0 0 0,8-5 0,-6 4 0,1 0 0,-1 1 0,1-1 0,0 2 0,0-1 0,1 1 0,-1 0 0,1 0 0,-1 1 0,1 0 0,15-1 0,-3 2 0,0 0 0,0 2 0,0 1 0,0 0 0,0 1 0,0 1 0,0 1 0,20 8 0,-34-10 0,1 0 0,-1 0 0,1 0 0,-1 1 0,0 0 0,0 0 0,-1 1 0,1-1 0,-1 1 0,0 1 0,-1-1 0,1 1 0,-1-1 0,0 1 0,0 0 0,-1 1 0,1-1 0,-2 1 0,1-1 0,-1 1 0,0 0 0,0 0 0,-1 0 0,1 0 0,-1 13 0,0-3 0,-1 1 0,0-1 0,-2 0 0,0 0 0,0 0 0,-10 30 0,10-42 0,0 0 0,0-1 0,0 1 0,-1 0 0,1-1 0,-1 0 0,0 0 0,-1 0 0,1 0 0,-1 0 0,0-1 0,1 1 0,-2-1 0,1 0 0,0 0 0,-1 0 0,1-1 0,-1 0 0,1 0 0,-1 0 0,0 0 0,0-1 0,0 0 0,0 0 0,0 0 0,-9 0 0,2-1 0,1 0 0,0-1 0,-1 0 0,1-1 0,0 0 0,0-1 0,0 0 0,-18-8 0,-2-5 0,-45-28 0,53 29 0,-1 1 0,-1 1 0,-40-16 0,48 22-1365,3 0-5461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4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 24575,'0'332'0,"-2"-422"0,4-103 0,-1 190 0,-1 1 0,1-1 0,0 0 0,0 1 0,0-1 0,0 1 0,0-1 0,0 1 0,1 0 0,-1-1 0,1 1 0,0 0 0,0 0 0,-1 0 0,1 0 0,1 0 0,-1 0 0,0 1 0,0-1 0,1 1 0,-1-1 0,0 1 0,1 0 0,0 0 0,-1 0 0,1 0 0,-1 1 0,1-1 0,0 1 0,5-1 0,11 0 0,0 0 0,-1 1 0,32 4 0,-16-2 0,33 0 0,-67-2 0,1 0 0,-1 0 0,0 0 0,0 0 0,0 0 0,0 0 0,0 0 0,0 0 0,1 0 0,-1 0 0,0 0 0,0 0 0,0 0 0,0 0 0,0 0 0,0 0 0,1 0 0,-1 0 0,0 0 0,0 0 0,0 0 0,0 0 0,0 1 0,0-1 0,0 0 0,1 0 0,-1 0 0,0 0 0,0 0 0,0 0 0,0 0 0,0 0 0,0 0 0,0 1 0,0-1 0,0 0 0,0 0 0,0 0 0,0 0 0,0 0 0,0 0 0,0 0 0,1 1 0,-1-1 0,0 0 0,0 0 0,0 0 0,0 0 0,0 0 0,-1 0 0,1 1 0,0-1 0,0 0 0,0 0 0,0 0 0,0 0 0,0 0 0,0 0 0,0 1 0,0-1 0,0 0 0,-11 6 0,-16 3 0,-1-6 0,-53-1 0,4 0 0,74-2 0,0 1 0,1 0 0,-1 0 0,0 0 0,0 0 0,0 1 0,1-1 0,-1 1 0,0-1 0,1 1 0,0 0 0,-1 0 0,1 0 0,0 0 0,0 1 0,0-1 0,0 1 0,1-1 0,-1 1 0,1-1 0,-1 1 0,1 0 0,0 0 0,0 0 0,0 0 0,0-1 0,1 1 0,-1 0 0,1 1 0,0 2 0,-2 3 0,2-1 0,-1 1 0,1 0 0,1 0 0,-1 0 0,2-1 0,-1 1 0,1 0 0,5 13 0,-6-20 0,0 0 0,0 0 0,1 0 0,-1 0 0,0 0 0,1 0 0,0-1 0,-1 1 0,1 0 0,0-1 0,0 1 0,0-1 0,0 0 0,0 0 0,0 0 0,0 0 0,0 0 0,1 0 0,-1 0 0,0-1 0,1 1 0,-1-1 0,0 1 0,1-1 0,-1 0 0,5-1 0,6 0 0,1 0 0,0-2 0,22-6 0,5 0 0,-51 6 0,-30 3 0,36 0 0,1 0 0,-1 0 0,1 0 0,0 1 0,-1 0 0,1 0 0,0 0 0,-1 0 0,1 0 0,0 0 0,0 1 0,0 0 0,0-1 0,0 1 0,0 0 0,1 1 0,-1-1 0,1 0 0,-1 1 0,1 0 0,0-1 0,0 1 0,0 0 0,0 0 0,1 0 0,-3 5 0,3-4 0,0-1 0,0 0 0,0 1 0,1-1 0,-1 1 0,1-1 0,0 1 0,0-1 0,0 1 0,1-1 0,-1 1 0,1-1 0,0 0 0,0 1 0,0-1 0,0 0 0,0 1 0,1-1 0,-1 0 0,1 0 0,0 0 0,0 0 0,3 2 0,-1-2 0,0 0 0,1 0 0,0-1 0,-1 1 0,1-1 0,0 0 0,0-1 0,0 1 0,0-1 0,0 0 0,1 0 0,-1-1 0,0 1 0,10-2 0,10 1-1365,-2-1-5461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5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28 24575,'0'383'0,"2"-506"0,1 36 0,-9-86 0,6 171 0,0 1 0,0 0 0,-1 0 0,1-1 0,0 1 0,-1 0 0,1 0 0,-1 0 0,1-1 0,-1 1 0,0 0 0,1 0 0,-1 0 0,0 0 0,0 0 0,0 0 0,0 1 0,0-1 0,0 0 0,0 0 0,0 1 0,0-1 0,0 0 0,0 1 0,0-1 0,-1 1 0,1 0 0,0-1 0,0 1 0,-1 0 0,1 0 0,0 0 0,0 0 0,-1 0 0,1 0 0,-3 0 0,-6 1 0,-1 1 0,1 0 0,-19 6 0,1-1 0,-12-3 0,32-5 0,1 1 0,-1 1 0,1-1 0,-1 1 0,1 1 0,0-1 0,0 1 0,0 0 0,0 1 0,-11 5 0,18-7 0,0-1 0,1 1 0,-1-1 0,1 1 0,-1-1 0,1 1 0,-1-1 0,1 1 0,-1-1 0,1 0 0,0 1 0,-1-1 0,1 0 0,-1 1 0,1-1 0,0 0 0,-1 0 0,1 0 0,0 1 0,-1-1 0,1 0 0,0 0 0,-1 0 0,1 0 0,0 0 0,-1-1 0,2 1 0,26 3 0,6-2 0,12 0 0,85 12 0,-70-9 0,-49-4 0,0 1 0,0 0 0,-1 0 0,1 1 0,16 5 0,-13 2-1365,-4 2-5461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5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5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5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5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2:5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3:0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24575,'0'4'0,"0"6"0,4 1 0,6-1 0,1-6 0,-5-5 0,-9-1 0,-7-1 0,-3 0-8191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3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24575,'0'-5'0,"0"-5"0,0-1-8191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8:03:0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DC8D9-C58B-C319-3136-B1A1FCBAB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065048-B89C-EFD3-5407-9A5F5A545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4047A3-489F-FAD4-286D-5294E1CF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A2692-30F3-29AA-16AD-F6B8F8BA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AD02B9-7D41-656E-B625-684B537C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3997B-AAB5-0867-D035-74F5A916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CD741B-3A53-B10A-C5D6-B7D884A33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5EEB6F-A6F3-9CA9-F1C4-2476B086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3A5363-4A23-A0F2-3B21-C5CFD759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3C03E8-9742-5F8B-F8F1-0B3C6FB6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09939-1357-16CF-8533-79B64375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C84510-75FA-BBED-4BCF-FF5CDF559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4BDDBB-C43B-7920-4A1C-6ADA2806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7DA0F4-25F7-EA0C-3D97-9EF5C5C1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3C0D60-BA99-4342-B0C0-45DF8BE0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5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F9B34-15ED-74B1-1953-A8EFE195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160B2-2354-23D6-7D3A-0E7E1F0CC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60F481-6C38-06CF-597D-DD1074657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931441-B74F-62B2-B150-D25D3B97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CCAAE8-32C4-6630-563E-2CDFC189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E255B-BB95-5F45-9F1C-ACA67333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95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3769E-3100-30E6-6CBD-CD39AF06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3E446C-8AD7-2B1E-3936-C838EC7FF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549F10-4E78-4D68-8F38-5759F7ABE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472FDA-C615-90F4-63B7-762B4E5D9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6AF7A0-5B72-AAAA-4EE9-29B346E5D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835397-1043-62C3-84D0-9F08FD06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14C963-DD3E-23BD-EFC4-23854B45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93526A-00CD-0438-E156-F65DDCB0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8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4E7C7-2D2E-F574-B7BB-5B6FE2F6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4F0FAB-8A13-74B6-BA92-CD2B1213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1C488C6-6570-72A6-3735-0B40A2D5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8C8CD3-45F6-3D2A-B267-5CDF4A0C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6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8B66ED-0F08-9508-93D0-BCA09CEA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D1C77B-5B64-B972-0A53-6EDBA553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7853E4-EF4C-146A-3830-80A94BAF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8D7C6-1F72-F2AD-EF6D-B99DC099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FCD98-EA34-ABAB-BB56-0D6CD4426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0272F2-4FAF-5E4C-55FA-8D267D24D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1417E4-333A-0CCF-2EBD-858756FC1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8662A4-9D08-8B16-2B1F-86E198FF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3838A3-BEAC-F740-9930-6FFA7233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2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474DE-FF0E-1ED9-BB56-4D83A46F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F58D1E-6C34-38C0-37CA-BA8B04E8B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EEBDF7-D29C-BA08-4710-DF9F7E7B3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C8BBCC-9E05-96E7-90DC-23B53F98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4EBD4E-577E-8B72-66AE-93F75FA1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59DA00-42CB-E6FF-0BA5-ABE94BE4C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9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926BB-CC90-8A43-63E3-E46653F8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4E465F-1F8E-3E77-8B1E-DEF66A10F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348B2-7D55-4CD6-8251-156E45F0B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12C9D-B621-58D5-B38A-640D2920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0F87A6-2814-A062-DA79-ED0CBBF3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5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2AE507B-A3E4-837C-BB4E-87BBD6C81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45AF52-138D-3FE2-1662-A8A54DFF3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B8F18-9023-8AFB-0A36-BEC47F4D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E806E1-30BF-8907-4301-D4049E07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820317-0333-2A60-949D-1907E152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6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F6587-C29B-57A0-95D1-C99C37DC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2BE69F-6B21-02D1-0A42-1086665E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F0EBFB-BE96-0CA9-8001-70205CC21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BB300-20E7-4A55-BB5D-7F0C8E97CE5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E00C5-B670-A0A8-D429-7BCD85CFB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CB8F2C-B6F7-F798-BED9-F03870CE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C8F42-5CB3-417D-AA4C-A732367DE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4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customXml" Target="../ink/ink48.xml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image" Target="../media/image58.png"/><Relationship Id="rId139" Type="http://schemas.openxmlformats.org/officeDocument/2006/relationships/customXml" Target="../ink/ink70.xml"/><Relationship Id="rId85" Type="http://schemas.openxmlformats.org/officeDocument/2006/relationships/customXml" Target="../ink/ink43.xml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image" Target="../media/image53.png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image" Target="../media/image47.png"/><Relationship Id="rId140" Type="http://schemas.openxmlformats.org/officeDocument/2006/relationships/image" Target="../media/image69.png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customXml" Target="../ink/ink110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image" Target="../media/image42.png"/><Relationship Id="rId130" Type="http://schemas.openxmlformats.org/officeDocument/2006/relationships/image" Target="../media/image64.png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customXml" Target="../ink/ink49.xml"/><Relationship Id="rId120" Type="http://schemas.openxmlformats.org/officeDocument/2006/relationships/image" Target="../media/image59.png"/><Relationship Id="rId141" Type="http://schemas.openxmlformats.org/officeDocument/2006/relationships/customXml" Target="../ink/ink71.xml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11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110" Type="http://schemas.openxmlformats.org/officeDocument/2006/relationships/image" Target="../media/image54.png"/><Relationship Id="rId131" Type="http://schemas.openxmlformats.org/officeDocument/2006/relationships/customXml" Target="../ink/ink66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image" Target="../media/image49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customXml" Target="../ink/ink47.xml"/><Relationship Id="rId98" Type="http://schemas.openxmlformats.org/officeDocument/2006/relationships/image" Target="../media/image48.png"/><Relationship Id="rId121" Type="http://schemas.openxmlformats.org/officeDocument/2006/relationships/customXml" Target="../ink/ink61.xml"/><Relationship Id="rId142" Type="http://schemas.openxmlformats.org/officeDocument/2006/relationships/image" Target="../media/image70.png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219" Type="http://schemas.openxmlformats.org/officeDocument/2006/relationships/customXml" Target="../ink/ink112.xml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137" Type="http://schemas.openxmlformats.org/officeDocument/2006/relationships/customXml" Target="../ink/ink69.xml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Relationship Id="rId132" Type="http://schemas.openxmlformats.org/officeDocument/2006/relationships/image" Target="../media/image65.png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image" Target="../media/image107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image" Target="../media/image52.png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image" Target="../media/image46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0.png"/><Relationship Id="rId143" Type="http://schemas.openxmlformats.org/officeDocument/2006/relationships/customXml" Target="../ink/ink72.xml"/><Relationship Id="rId148" Type="http://schemas.openxmlformats.org/officeDocument/2006/relationships/image" Target="../media/image73.png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customXml" Target="../ink/ink108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33" Type="http://schemas.openxmlformats.org/officeDocument/2006/relationships/customXml" Target="../ink/ink67.xml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customXml" Target="../ink/ink113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123" Type="http://schemas.openxmlformats.org/officeDocument/2006/relationships/customXml" Target="../ink/ink62.xml"/><Relationship Id="rId144" Type="http://schemas.openxmlformats.org/officeDocument/2006/relationships/image" Target="../media/image71.png"/><Relationship Id="rId90" Type="http://schemas.openxmlformats.org/officeDocument/2006/relationships/image" Target="../media/image44.png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34" Type="http://schemas.openxmlformats.org/officeDocument/2006/relationships/image" Target="../media/image66.png"/><Relationship Id="rId80" Type="http://schemas.openxmlformats.org/officeDocument/2006/relationships/image" Target="../media/image39.png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image" Target="../media/image108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2.xml"/><Relationship Id="rId124" Type="http://schemas.openxmlformats.org/officeDocument/2006/relationships/image" Target="../media/image61.png"/><Relationship Id="rId70" Type="http://schemas.openxmlformats.org/officeDocument/2006/relationships/customXml" Target="../ink/ink35.xml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60" Type="http://schemas.openxmlformats.org/officeDocument/2006/relationships/customXml" Target="../ink/ink30.xml"/><Relationship Id="rId81" Type="http://schemas.openxmlformats.org/officeDocument/2006/relationships/customXml" Target="../ink/ink41.xml"/><Relationship Id="rId135" Type="http://schemas.openxmlformats.org/officeDocument/2006/relationships/customXml" Target="../ink/ink68.xml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customXml" Target="../ink/ink114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image" Target="../media/image51.png"/><Relationship Id="rId125" Type="http://schemas.openxmlformats.org/officeDocument/2006/relationships/customXml" Target="../ink/ink63.xml"/><Relationship Id="rId146" Type="http://schemas.openxmlformats.org/officeDocument/2006/relationships/image" Target="../media/image72.png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image" Target="../media/image45.png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image" Target="../media/image67.png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30" Type="http://schemas.openxmlformats.org/officeDocument/2006/relationships/customXml" Target="../ink/ink15.xml"/><Relationship Id="rId105" Type="http://schemas.openxmlformats.org/officeDocument/2006/relationships/customXml" Target="../ink/ink53.xml"/><Relationship Id="rId126" Type="http://schemas.openxmlformats.org/officeDocument/2006/relationships/image" Target="../media/image62.png"/><Relationship Id="rId147" Type="http://schemas.openxmlformats.org/officeDocument/2006/relationships/customXml" Target="../ink/ink74.xml"/><Relationship Id="rId168" Type="http://schemas.openxmlformats.org/officeDocument/2006/relationships/customXml" Target="../ink/ink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2C6BA3-CF82-AE53-FC0E-E5C4ECB70418}"/>
              </a:ext>
            </a:extLst>
          </p:cNvPr>
          <p:cNvSpPr/>
          <p:nvPr/>
        </p:nvSpPr>
        <p:spPr>
          <a:xfrm>
            <a:off x="192024" y="150053"/>
            <a:ext cx="11676888" cy="6360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776EE-6DBB-6F61-905D-BD031087D9AD}"/>
              </a:ext>
            </a:extLst>
          </p:cNvPr>
          <p:cNvSpPr txBox="1"/>
          <p:nvPr/>
        </p:nvSpPr>
        <p:spPr>
          <a:xfrm>
            <a:off x="1151712" y="541716"/>
            <a:ext cx="1682496" cy="4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CMYK</a:t>
            </a:r>
          </a:p>
        </p:txBody>
      </p: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DF506BB2-C30F-57AF-F76B-3F284A1D3B3C}"/>
              </a:ext>
            </a:extLst>
          </p:cNvPr>
          <p:cNvGrpSpPr/>
          <p:nvPr/>
        </p:nvGrpSpPr>
        <p:grpSpPr>
          <a:xfrm>
            <a:off x="192024" y="580578"/>
            <a:ext cx="11676888" cy="2814741"/>
            <a:chOff x="182880" y="1207008"/>
            <a:chExt cx="11676888" cy="3054092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F615226-A25A-D81F-D016-F4AE24939382}"/>
                </a:ext>
              </a:extLst>
            </p:cNvPr>
            <p:cNvCxnSpPr/>
            <p:nvPr/>
          </p:nvCxnSpPr>
          <p:spPr>
            <a:xfrm>
              <a:off x="182880" y="1207008"/>
              <a:ext cx="11676888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37A62B05-93A1-4437-91E2-035405357E3C}"/>
                </a:ext>
              </a:extLst>
            </p:cNvPr>
            <p:cNvGrpSpPr/>
            <p:nvPr/>
          </p:nvGrpSpPr>
          <p:grpSpPr>
            <a:xfrm>
              <a:off x="182880" y="1207008"/>
              <a:ext cx="11676888" cy="3054092"/>
              <a:chOff x="182880" y="1207008"/>
              <a:chExt cx="11676888" cy="3419856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0AA36520-9831-608A-EC16-5C459792AA58}"/>
                  </a:ext>
                </a:extLst>
              </p:cNvPr>
              <p:cNvCxnSpPr/>
              <p:nvPr/>
            </p:nvCxnSpPr>
            <p:spPr>
              <a:xfrm>
                <a:off x="182880" y="4626864"/>
                <a:ext cx="11676888" cy="0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DBCF4F40-65F5-323C-91DF-BC2A05305428}"/>
                  </a:ext>
                </a:extLst>
              </p:cNvPr>
              <p:cNvCxnSpPr/>
              <p:nvPr/>
            </p:nvCxnSpPr>
            <p:spPr>
              <a:xfrm>
                <a:off x="3429000" y="1207008"/>
                <a:ext cx="0" cy="34198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FCDDC5-AC68-520A-F5CC-34DF9289EC58}"/>
                  </a:ext>
                </a:extLst>
              </p:cNvPr>
              <p:cNvCxnSpPr/>
              <p:nvPr/>
            </p:nvCxnSpPr>
            <p:spPr>
              <a:xfrm>
                <a:off x="7754112" y="1207008"/>
                <a:ext cx="0" cy="34198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DC28111-178D-D7C6-F064-A53D0654C01A}"/>
              </a:ext>
            </a:extLst>
          </p:cNvPr>
          <p:cNvSpPr txBox="1"/>
          <p:nvPr/>
        </p:nvSpPr>
        <p:spPr>
          <a:xfrm>
            <a:off x="4681872" y="580578"/>
            <a:ext cx="1682496" cy="4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RGB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076FB5-3450-0BD2-D7BF-B069B7D79DD4}"/>
              </a:ext>
            </a:extLst>
          </p:cNvPr>
          <p:cNvSpPr txBox="1"/>
          <p:nvPr/>
        </p:nvSpPr>
        <p:spPr>
          <a:xfrm>
            <a:off x="9043560" y="625493"/>
            <a:ext cx="1682496" cy="40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C1F0AAD9-B83C-7F5C-71FD-ECBF0AC19E81}"/>
                  </a:ext>
                </a:extLst>
              </p14:cNvPr>
              <p14:cNvContentPartPr/>
              <p14:nvPr/>
            </p14:nvContentPartPr>
            <p14:xfrm>
              <a:off x="450648" y="2807853"/>
              <a:ext cx="225720" cy="408562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C1F0AAD9-B83C-7F5C-71FD-ECBF0AC19E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2008" y="2798854"/>
                <a:ext cx="243360" cy="42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C3D5731D-B02D-309C-8094-A978FB4C71A3}"/>
                  </a:ext>
                </a:extLst>
              </p14:cNvPr>
              <p14:cNvContentPartPr/>
              <p14:nvPr/>
            </p14:nvContentPartPr>
            <p14:xfrm>
              <a:off x="3629808" y="2907499"/>
              <a:ext cx="120960" cy="302030"/>
            </p14:xfrm>
          </p:contentPart>
        </mc:Choice>
        <mc:Fallback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C3D5731D-B02D-309C-8094-A978FB4C71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21168" y="2898499"/>
                <a:ext cx="138600" cy="319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Рукописный ввод 33">
                <a:extLst>
                  <a:ext uri="{FF2B5EF4-FFF2-40B4-BE49-F238E27FC236}">
                    <a16:creationId xmlns:a16="http://schemas.microsoft.com/office/drawing/2014/main" id="{74DFD909-97E4-AB15-04AD-B209FF1D8244}"/>
                  </a:ext>
                </a:extLst>
              </p14:cNvPr>
              <p14:cNvContentPartPr/>
              <p14:nvPr/>
            </p14:nvContentPartPr>
            <p14:xfrm>
              <a:off x="3651048" y="3050019"/>
              <a:ext cx="421200" cy="253156"/>
            </p14:xfrm>
          </p:contentPart>
        </mc:Choice>
        <mc:Fallback>
          <p:pic>
            <p:nvPicPr>
              <p:cNvPr id="34" name="Рукописный ввод 33">
                <a:extLst>
                  <a:ext uri="{FF2B5EF4-FFF2-40B4-BE49-F238E27FC236}">
                    <a16:creationId xmlns:a16="http://schemas.microsoft.com/office/drawing/2014/main" id="{74DFD909-97E4-AB15-04AD-B209FF1D82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2048" y="3041016"/>
                <a:ext cx="438840" cy="270801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032704AA-0B0C-A280-FB62-9D5C2B3DFB03}"/>
              </a:ext>
            </a:extLst>
          </p:cNvPr>
          <p:cNvGrpSpPr/>
          <p:nvPr/>
        </p:nvGrpSpPr>
        <p:grpSpPr>
          <a:xfrm>
            <a:off x="7982568" y="1123798"/>
            <a:ext cx="219600" cy="1213084"/>
            <a:chOff x="7973424" y="2084616"/>
            <a:chExt cx="219600" cy="11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Рукописный ввод 34">
                  <a:extLst>
                    <a:ext uri="{FF2B5EF4-FFF2-40B4-BE49-F238E27FC236}">
                      <a16:creationId xmlns:a16="http://schemas.microsoft.com/office/drawing/2014/main" id="{5A724664-833C-65C6-3FC0-47326F337616}"/>
                    </a:ext>
                  </a:extLst>
                </p14:cNvPr>
                <p14:cNvContentPartPr/>
                <p14:nvPr/>
              </p14:nvContentPartPr>
              <p14:xfrm>
                <a:off x="7973424" y="2084616"/>
                <a:ext cx="214200" cy="553680"/>
              </p14:xfrm>
            </p:contentPart>
          </mc:Choice>
          <mc:Fallback>
            <p:pic>
              <p:nvPicPr>
                <p:cNvPr id="35" name="Рукописный ввод 34">
                  <a:extLst>
                    <a:ext uri="{FF2B5EF4-FFF2-40B4-BE49-F238E27FC236}">
                      <a16:creationId xmlns:a16="http://schemas.microsoft.com/office/drawing/2014/main" id="{5A724664-833C-65C6-3FC0-47326F3376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64784" y="2076129"/>
                  <a:ext cx="231840" cy="570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6" name="Рукописный ввод 35">
                  <a:extLst>
                    <a:ext uri="{FF2B5EF4-FFF2-40B4-BE49-F238E27FC236}">
                      <a16:creationId xmlns:a16="http://schemas.microsoft.com/office/drawing/2014/main" id="{0E078F01-0CF4-950C-E43F-60DAFF3CCBED}"/>
                    </a:ext>
                  </a:extLst>
                </p14:cNvPr>
                <p14:cNvContentPartPr/>
                <p14:nvPr/>
              </p14:nvContentPartPr>
              <p14:xfrm>
                <a:off x="7983504" y="2816136"/>
                <a:ext cx="209520" cy="412200"/>
              </p14:xfrm>
            </p:contentPart>
          </mc:Choice>
          <mc:Fallback>
            <p:pic>
              <p:nvPicPr>
                <p:cNvPr id="36" name="Рукописный ввод 35">
                  <a:extLst>
                    <a:ext uri="{FF2B5EF4-FFF2-40B4-BE49-F238E27FC236}">
                      <a16:creationId xmlns:a16="http://schemas.microsoft.com/office/drawing/2014/main" id="{0E078F01-0CF4-950C-E43F-60DAFF3CCB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74504" y="2807987"/>
                  <a:ext cx="227160" cy="42883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7" name="Рукописный ввод 36">
                <a:extLst>
                  <a:ext uri="{FF2B5EF4-FFF2-40B4-BE49-F238E27FC236}">
                    <a16:creationId xmlns:a16="http://schemas.microsoft.com/office/drawing/2014/main" id="{D6B6C0A1-ED59-E03C-ADB4-0850C0907809}"/>
                  </a:ext>
                </a:extLst>
              </p14:cNvPr>
              <p14:cNvContentPartPr/>
              <p14:nvPr/>
            </p14:nvContentPartPr>
            <p14:xfrm>
              <a:off x="7981488" y="2707413"/>
              <a:ext cx="295920" cy="476910"/>
            </p14:xfrm>
          </p:contentPart>
        </mc:Choice>
        <mc:Fallback>
          <p:pic>
            <p:nvPicPr>
              <p:cNvPr id="37" name="Рукописный ввод 36">
                <a:extLst>
                  <a:ext uri="{FF2B5EF4-FFF2-40B4-BE49-F238E27FC236}">
                    <a16:creationId xmlns:a16="http://schemas.microsoft.com/office/drawing/2014/main" id="{D6B6C0A1-ED59-E03C-ADB4-0850C09078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72848" y="2698415"/>
                <a:ext cx="313560" cy="494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5" name="Рукописный ввод 54">
                <a:extLst>
                  <a:ext uri="{FF2B5EF4-FFF2-40B4-BE49-F238E27FC236}">
                    <a16:creationId xmlns:a16="http://schemas.microsoft.com/office/drawing/2014/main" id="{94E83E6D-404F-E2EA-DADB-0C3FF796AE3E}"/>
                  </a:ext>
                </a:extLst>
              </p14:cNvPr>
              <p14:cNvContentPartPr/>
              <p14:nvPr/>
            </p14:nvContentPartPr>
            <p14:xfrm>
              <a:off x="978408" y="2230621"/>
              <a:ext cx="1452960" cy="71021"/>
            </p14:xfrm>
          </p:contentPart>
        </mc:Choice>
        <mc:Fallback>
          <p:pic>
            <p:nvPicPr>
              <p:cNvPr id="55" name="Рукописный ввод 54">
                <a:extLst>
                  <a:ext uri="{FF2B5EF4-FFF2-40B4-BE49-F238E27FC236}">
                    <a16:creationId xmlns:a16="http://schemas.microsoft.com/office/drawing/2014/main" id="{94E83E6D-404F-E2EA-DADB-0C3FF796AE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9408" y="2221969"/>
                <a:ext cx="1470600" cy="88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6" name="Рукописный ввод 55">
                <a:extLst>
                  <a:ext uri="{FF2B5EF4-FFF2-40B4-BE49-F238E27FC236}">
                    <a16:creationId xmlns:a16="http://schemas.microsoft.com/office/drawing/2014/main" id="{8F18E688-EC73-4F20-14BD-F79CCF39FA85}"/>
                  </a:ext>
                </a:extLst>
              </p14:cNvPr>
              <p14:cNvContentPartPr/>
              <p14:nvPr/>
            </p14:nvContentPartPr>
            <p14:xfrm>
              <a:off x="1097208" y="3039697"/>
              <a:ext cx="1348920" cy="72166"/>
            </p14:xfrm>
          </p:contentPart>
        </mc:Choice>
        <mc:Fallback>
          <p:pic>
            <p:nvPicPr>
              <p:cNvPr id="56" name="Рукописный ввод 55">
                <a:extLst>
                  <a:ext uri="{FF2B5EF4-FFF2-40B4-BE49-F238E27FC236}">
                    <a16:creationId xmlns:a16="http://schemas.microsoft.com/office/drawing/2014/main" id="{8F18E688-EC73-4F20-14BD-F79CCF39FA8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88568" y="3030676"/>
                <a:ext cx="1366560" cy="89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8" name="Рукописный ввод 57">
                <a:extLst>
                  <a:ext uri="{FF2B5EF4-FFF2-40B4-BE49-F238E27FC236}">
                    <a16:creationId xmlns:a16="http://schemas.microsoft.com/office/drawing/2014/main" id="{5B3F1902-19B6-A462-F50C-48A2B6483A0D}"/>
                  </a:ext>
                </a:extLst>
              </p14:cNvPr>
              <p14:cNvContentPartPr/>
              <p14:nvPr/>
            </p14:nvContentPartPr>
            <p14:xfrm>
              <a:off x="4160448" y="1285377"/>
              <a:ext cx="1701000" cy="45719"/>
            </p14:xfrm>
          </p:contentPart>
        </mc:Choice>
        <mc:Fallback>
          <p:pic>
            <p:nvPicPr>
              <p:cNvPr id="58" name="Рукописный ввод 57">
                <a:extLst>
                  <a:ext uri="{FF2B5EF4-FFF2-40B4-BE49-F238E27FC236}">
                    <a16:creationId xmlns:a16="http://schemas.microsoft.com/office/drawing/2014/main" id="{5B3F1902-19B6-A462-F50C-48A2B6483A0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51448" y="1276377"/>
                <a:ext cx="1718640" cy="63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2" name="Рукописный ввод 61">
                <a:extLst>
                  <a:ext uri="{FF2B5EF4-FFF2-40B4-BE49-F238E27FC236}">
                    <a16:creationId xmlns:a16="http://schemas.microsoft.com/office/drawing/2014/main" id="{1653A6FD-ED50-BAE6-34B4-5DADAF6E698B}"/>
                  </a:ext>
                </a:extLst>
              </p14:cNvPr>
              <p14:cNvContentPartPr/>
              <p14:nvPr/>
            </p14:nvContentPartPr>
            <p14:xfrm>
              <a:off x="8458128" y="1274656"/>
              <a:ext cx="1819080" cy="45719"/>
            </p14:xfrm>
          </p:contentPart>
        </mc:Choice>
        <mc:Fallback>
          <p:pic>
            <p:nvPicPr>
              <p:cNvPr id="62" name="Рукописный ввод 61">
                <a:extLst>
                  <a:ext uri="{FF2B5EF4-FFF2-40B4-BE49-F238E27FC236}">
                    <a16:creationId xmlns:a16="http://schemas.microsoft.com/office/drawing/2014/main" id="{1653A6FD-ED50-BAE6-34B4-5DADAF6E698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49488" y="1265364"/>
                <a:ext cx="1836720" cy="639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5" name="Рукописный ввод 64">
                <a:extLst>
                  <a:ext uri="{FF2B5EF4-FFF2-40B4-BE49-F238E27FC236}">
                    <a16:creationId xmlns:a16="http://schemas.microsoft.com/office/drawing/2014/main" id="{46B5B56E-1B23-6FFF-CF33-B783BDDC66FE}"/>
                  </a:ext>
                </a:extLst>
              </p14:cNvPr>
              <p14:cNvContentPartPr/>
              <p14:nvPr/>
            </p14:nvContentPartPr>
            <p14:xfrm>
              <a:off x="8522208" y="2172661"/>
              <a:ext cx="1819800" cy="77894"/>
            </p14:xfrm>
          </p:contentPart>
        </mc:Choice>
        <mc:Fallback>
          <p:pic>
            <p:nvPicPr>
              <p:cNvPr id="65" name="Рукописный ввод 64">
                <a:extLst>
                  <a:ext uri="{FF2B5EF4-FFF2-40B4-BE49-F238E27FC236}">
                    <a16:creationId xmlns:a16="http://schemas.microsoft.com/office/drawing/2014/main" id="{46B5B56E-1B23-6FFF-CF33-B783BDDC66F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13208" y="2163645"/>
                <a:ext cx="1837440" cy="95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7" name="Рукописный ввод 66">
                <a:extLst>
                  <a:ext uri="{FF2B5EF4-FFF2-40B4-BE49-F238E27FC236}">
                    <a16:creationId xmlns:a16="http://schemas.microsoft.com/office/drawing/2014/main" id="{D00578B7-95B3-0296-CD18-74BACA7206BE}"/>
                  </a:ext>
                </a:extLst>
              </p14:cNvPr>
              <p14:cNvContentPartPr/>
              <p14:nvPr/>
            </p14:nvContentPartPr>
            <p14:xfrm>
              <a:off x="8641008" y="3029775"/>
              <a:ext cx="1655280" cy="67966"/>
            </p14:xfrm>
          </p:contentPart>
        </mc:Choice>
        <mc:Fallback>
          <p:pic>
            <p:nvPicPr>
              <p:cNvPr id="67" name="Рукописный ввод 66">
                <a:extLst>
                  <a:ext uri="{FF2B5EF4-FFF2-40B4-BE49-F238E27FC236}">
                    <a16:creationId xmlns:a16="http://schemas.microsoft.com/office/drawing/2014/main" id="{D00578B7-95B3-0296-CD18-74BACA7206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32008" y="3020785"/>
                <a:ext cx="1672920" cy="85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8" name="Рукописный ввод 67">
                <a:extLst>
                  <a:ext uri="{FF2B5EF4-FFF2-40B4-BE49-F238E27FC236}">
                    <a16:creationId xmlns:a16="http://schemas.microsoft.com/office/drawing/2014/main" id="{E1EB269C-A137-FA00-AB96-D2AA89E2D6E8}"/>
                  </a:ext>
                </a:extLst>
              </p14:cNvPr>
              <p14:cNvContentPartPr/>
              <p14:nvPr/>
            </p14:nvContentPartPr>
            <p14:xfrm>
              <a:off x="6503328" y="1020183"/>
              <a:ext cx="236520" cy="593751"/>
            </p14:xfrm>
          </p:contentPart>
        </mc:Choice>
        <mc:Fallback>
          <p:pic>
            <p:nvPicPr>
              <p:cNvPr id="68" name="Рукописный ввод 67">
                <a:extLst>
                  <a:ext uri="{FF2B5EF4-FFF2-40B4-BE49-F238E27FC236}">
                    <a16:creationId xmlns:a16="http://schemas.microsoft.com/office/drawing/2014/main" id="{E1EB269C-A137-FA00-AB96-D2AA89E2D6E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94688" y="1011541"/>
                <a:ext cx="254160" cy="611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4" name="Рукописный ввод 73">
                <a:extLst>
                  <a:ext uri="{FF2B5EF4-FFF2-40B4-BE49-F238E27FC236}">
                    <a16:creationId xmlns:a16="http://schemas.microsoft.com/office/drawing/2014/main" id="{E5D65401-0FCB-A63D-0761-4C2E7604FEBE}"/>
                  </a:ext>
                </a:extLst>
              </p14:cNvPr>
              <p14:cNvContentPartPr/>
              <p14:nvPr/>
            </p14:nvContentPartPr>
            <p14:xfrm>
              <a:off x="5010048" y="1198038"/>
              <a:ext cx="10080" cy="113405"/>
            </p14:xfrm>
          </p:contentPart>
        </mc:Choice>
        <mc:Fallback>
          <p:pic>
            <p:nvPicPr>
              <p:cNvPr id="74" name="Рукописный ввод 73">
                <a:extLst>
                  <a:ext uri="{FF2B5EF4-FFF2-40B4-BE49-F238E27FC236}">
                    <a16:creationId xmlns:a16="http://schemas.microsoft.com/office/drawing/2014/main" id="{E5D65401-0FCB-A63D-0761-4C2E7604FEB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01408" y="1189398"/>
                <a:ext cx="27720" cy="13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1" name="Рукописный ввод 80">
                <a:extLst>
                  <a:ext uri="{FF2B5EF4-FFF2-40B4-BE49-F238E27FC236}">
                    <a16:creationId xmlns:a16="http://schemas.microsoft.com/office/drawing/2014/main" id="{B688FCF5-7E8B-19E0-8728-1500F75A19EF}"/>
                  </a:ext>
                </a:extLst>
              </p14:cNvPr>
              <p14:cNvContentPartPr/>
              <p14:nvPr/>
            </p14:nvContentPartPr>
            <p14:xfrm>
              <a:off x="9353808" y="1124989"/>
              <a:ext cx="360" cy="144715"/>
            </p14:xfrm>
          </p:contentPart>
        </mc:Choice>
        <mc:Fallback>
          <p:pic>
            <p:nvPicPr>
              <p:cNvPr id="81" name="Рукописный ввод 80">
                <a:extLst>
                  <a:ext uri="{FF2B5EF4-FFF2-40B4-BE49-F238E27FC236}">
                    <a16:creationId xmlns:a16="http://schemas.microsoft.com/office/drawing/2014/main" id="{B688FCF5-7E8B-19E0-8728-1500F75A19E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345168" y="1115989"/>
                <a:ext cx="18000" cy="162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6" name="Рукописный ввод 85">
                <a:extLst>
                  <a:ext uri="{FF2B5EF4-FFF2-40B4-BE49-F238E27FC236}">
                    <a16:creationId xmlns:a16="http://schemas.microsoft.com/office/drawing/2014/main" id="{11947249-53EB-FF2E-29B7-BB73A4D0412D}"/>
                  </a:ext>
                </a:extLst>
              </p14:cNvPr>
              <p14:cNvContentPartPr/>
              <p14:nvPr/>
            </p14:nvContentPartPr>
            <p14:xfrm>
              <a:off x="9865728" y="2061502"/>
              <a:ext cx="19080" cy="183662"/>
            </p14:xfrm>
          </p:contentPart>
        </mc:Choice>
        <mc:Fallback>
          <p:pic>
            <p:nvPicPr>
              <p:cNvPr id="86" name="Рукописный ввод 85">
                <a:extLst>
                  <a:ext uri="{FF2B5EF4-FFF2-40B4-BE49-F238E27FC236}">
                    <a16:creationId xmlns:a16="http://schemas.microsoft.com/office/drawing/2014/main" id="{11947249-53EB-FF2E-29B7-BB73A4D0412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57088" y="2052859"/>
                <a:ext cx="36720" cy="201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2" name="Рукописный ввод 91">
                <a:extLst>
                  <a:ext uri="{FF2B5EF4-FFF2-40B4-BE49-F238E27FC236}">
                    <a16:creationId xmlns:a16="http://schemas.microsoft.com/office/drawing/2014/main" id="{FFD349D9-E0F7-23AD-2A06-0E9BCD12EC42}"/>
                  </a:ext>
                </a:extLst>
              </p14:cNvPr>
              <p14:cNvContentPartPr/>
              <p14:nvPr/>
            </p14:nvContentPartPr>
            <p14:xfrm>
              <a:off x="9084888" y="2974590"/>
              <a:ext cx="13680" cy="82094"/>
            </p14:xfrm>
          </p:contentPart>
        </mc:Choice>
        <mc:Fallback>
          <p:pic>
            <p:nvPicPr>
              <p:cNvPr id="92" name="Рукописный ввод 91">
                <a:extLst>
                  <a:ext uri="{FF2B5EF4-FFF2-40B4-BE49-F238E27FC236}">
                    <a16:creationId xmlns:a16="http://schemas.microsoft.com/office/drawing/2014/main" id="{FFD349D9-E0F7-23AD-2A06-0E9BCD12EC4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76248" y="2965949"/>
                <a:ext cx="31320" cy="99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7" name="Рукописный ввод 96">
                <a:extLst>
                  <a:ext uri="{FF2B5EF4-FFF2-40B4-BE49-F238E27FC236}">
                    <a16:creationId xmlns:a16="http://schemas.microsoft.com/office/drawing/2014/main" id="{0F75C169-944D-3969-3ABB-3A2048787899}"/>
                  </a:ext>
                </a:extLst>
              </p14:cNvPr>
              <p14:cNvContentPartPr/>
              <p14:nvPr/>
            </p14:nvContentPartPr>
            <p14:xfrm>
              <a:off x="2651328" y="1022962"/>
              <a:ext cx="720" cy="379160"/>
            </p14:xfrm>
          </p:contentPart>
        </mc:Choice>
        <mc:Fallback>
          <p:pic>
            <p:nvPicPr>
              <p:cNvPr id="97" name="Рукописный ввод 96">
                <a:extLst>
                  <a:ext uri="{FF2B5EF4-FFF2-40B4-BE49-F238E27FC236}">
                    <a16:creationId xmlns:a16="http://schemas.microsoft.com/office/drawing/2014/main" id="{0F75C169-944D-3969-3ABB-3A204878789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33328" y="1013960"/>
                <a:ext cx="36000" cy="396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8" name="Рукописный ввод 97">
                <a:extLst>
                  <a:ext uri="{FF2B5EF4-FFF2-40B4-BE49-F238E27FC236}">
                    <a16:creationId xmlns:a16="http://schemas.microsoft.com/office/drawing/2014/main" id="{A4FD543C-F28F-65A5-6786-EB9A584AB417}"/>
                  </a:ext>
                </a:extLst>
              </p14:cNvPr>
              <p14:cNvContentPartPr/>
              <p14:nvPr/>
            </p14:nvContentPartPr>
            <p14:xfrm>
              <a:off x="2669688" y="985644"/>
              <a:ext cx="667800" cy="424217"/>
            </p14:xfrm>
          </p:contentPart>
        </mc:Choice>
        <mc:Fallback>
          <p:pic>
            <p:nvPicPr>
              <p:cNvPr id="98" name="Рукописный ввод 97">
                <a:extLst>
                  <a:ext uri="{FF2B5EF4-FFF2-40B4-BE49-F238E27FC236}">
                    <a16:creationId xmlns:a16="http://schemas.microsoft.com/office/drawing/2014/main" id="{A4FD543C-F28F-65A5-6786-EB9A584AB41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61048" y="977009"/>
                <a:ext cx="685440" cy="441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1" name="Рукописный ввод 100">
                <a:extLst>
                  <a:ext uri="{FF2B5EF4-FFF2-40B4-BE49-F238E27FC236}">
                    <a16:creationId xmlns:a16="http://schemas.microsoft.com/office/drawing/2014/main" id="{EF055D78-1318-F882-9433-83B3A1575080}"/>
                  </a:ext>
                </a:extLst>
              </p14:cNvPr>
              <p14:cNvContentPartPr/>
              <p14:nvPr/>
            </p14:nvContentPartPr>
            <p14:xfrm>
              <a:off x="2651328" y="1406062"/>
              <a:ext cx="720" cy="1872893"/>
            </p14:xfrm>
          </p:contentPart>
        </mc:Choice>
        <mc:Fallback>
          <p:pic>
            <p:nvPicPr>
              <p:cNvPr id="101" name="Рукописный ввод 100">
                <a:extLst>
                  <a:ext uri="{FF2B5EF4-FFF2-40B4-BE49-F238E27FC236}">
                    <a16:creationId xmlns:a16="http://schemas.microsoft.com/office/drawing/2014/main" id="{EF055D78-1318-F882-9433-83B3A157508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33328" y="1397063"/>
                <a:ext cx="36000" cy="1890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2" name="Рукописный ввод 101">
                <a:extLst>
                  <a:ext uri="{FF2B5EF4-FFF2-40B4-BE49-F238E27FC236}">
                    <a16:creationId xmlns:a16="http://schemas.microsoft.com/office/drawing/2014/main" id="{62B18112-DFB4-0D10-BBC9-DC7019DA56DB}"/>
                  </a:ext>
                </a:extLst>
              </p14:cNvPr>
              <p14:cNvContentPartPr/>
              <p14:nvPr/>
            </p14:nvContentPartPr>
            <p14:xfrm>
              <a:off x="2679048" y="3352532"/>
              <a:ext cx="611280" cy="97750"/>
            </p14:xfrm>
          </p:contentPart>
        </mc:Choice>
        <mc:Fallback>
          <p:pic>
            <p:nvPicPr>
              <p:cNvPr id="102" name="Рукописный ввод 101">
                <a:extLst>
                  <a:ext uri="{FF2B5EF4-FFF2-40B4-BE49-F238E27FC236}">
                    <a16:creationId xmlns:a16="http://schemas.microsoft.com/office/drawing/2014/main" id="{62B18112-DFB4-0D10-BBC9-DC7019DA56D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70408" y="3343548"/>
                <a:ext cx="628920" cy="115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2" name="Рукописный ввод 111">
                <a:extLst>
                  <a:ext uri="{FF2B5EF4-FFF2-40B4-BE49-F238E27FC236}">
                    <a16:creationId xmlns:a16="http://schemas.microsoft.com/office/drawing/2014/main" id="{B59A4239-982D-7F59-E06C-DDAFC51BFF52}"/>
                  </a:ext>
                </a:extLst>
              </p14:cNvPr>
              <p14:cNvContentPartPr/>
              <p14:nvPr/>
            </p14:nvContentPartPr>
            <p14:xfrm>
              <a:off x="6335568" y="942372"/>
              <a:ext cx="28800" cy="2426169"/>
            </p14:xfrm>
          </p:contentPart>
        </mc:Choice>
        <mc:Fallback>
          <p:pic>
            <p:nvPicPr>
              <p:cNvPr id="112" name="Рукописный ввод 111">
                <a:extLst>
                  <a:ext uri="{FF2B5EF4-FFF2-40B4-BE49-F238E27FC236}">
                    <a16:creationId xmlns:a16="http://schemas.microsoft.com/office/drawing/2014/main" id="{B59A4239-982D-7F59-E06C-DDAFC51BFF5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26928" y="933372"/>
                <a:ext cx="46440" cy="244381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6736D42E-3E14-76D9-30D8-4F69E6363C15}"/>
              </a:ext>
            </a:extLst>
          </p:cNvPr>
          <p:cNvGrpSpPr/>
          <p:nvPr/>
        </p:nvGrpSpPr>
        <p:grpSpPr>
          <a:xfrm>
            <a:off x="373608" y="911803"/>
            <a:ext cx="6886800" cy="2464733"/>
            <a:chOff x="364464" y="1892376"/>
            <a:chExt cx="6886800" cy="23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9" name="Рукописный ввод 68">
                  <a:extLst>
                    <a:ext uri="{FF2B5EF4-FFF2-40B4-BE49-F238E27FC236}">
                      <a16:creationId xmlns:a16="http://schemas.microsoft.com/office/drawing/2014/main" id="{15FFC11D-DE5E-B239-FAC8-8F09D72ECF81}"/>
                    </a:ext>
                  </a:extLst>
                </p14:cNvPr>
                <p14:cNvContentPartPr/>
                <p14:nvPr/>
              </p14:nvContentPartPr>
              <p14:xfrm>
                <a:off x="6857784" y="2018376"/>
                <a:ext cx="266040" cy="480600"/>
              </p14:xfrm>
            </p:contentPart>
          </mc:Choice>
          <mc:Fallback>
            <p:pic>
              <p:nvPicPr>
                <p:cNvPr id="69" name="Рукописный ввод 68">
                  <a:extLst>
                    <a:ext uri="{FF2B5EF4-FFF2-40B4-BE49-F238E27FC236}">
                      <a16:creationId xmlns:a16="http://schemas.microsoft.com/office/drawing/2014/main" id="{15FFC11D-DE5E-B239-FAC8-8F09D72ECF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49144" y="2009891"/>
                  <a:ext cx="283680" cy="497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0" name="Рукописный ввод 69">
                  <a:extLst>
                    <a:ext uri="{FF2B5EF4-FFF2-40B4-BE49-F238E27FC236}">
                      <a16:creationId xmlns:a16="http://schemas.microsoft.com/office/drawing/2014/main" id="{8F8DFCCB-5DF9-72A4-3657-D78B56D8A537}"/>
                    </a:ext>
                  </a:extLst>
                </p14:cNvPr>
                <p14:cNvContentPartPr/>
                <p14:nvPr/>
              </p14:nvContentPartPr>
              <p14:xfrm>
                <a:off x="6711264" y="2824776"/>
                <a:ext cx="243000" cy="397440"/>
              </p14:xfrm>
            </p:contentPart>
          </mc:Choice>
          <mc:Fallback>
            <p:pic>
              <p:nvPicPr>
                <p:cNvPr id="70" name="Рукописный ввод 69">
                  <a:extLst>
                    <a:ext uri="{FF2B5EF4-FFF2-40B4-BE49-F238E27FC236}">
                      <a16:creationId xmlns:a16="http://schemas.microsoft.com/office/drawing/2014/main" id="{8F8DFCCB-5DF9-72A4-3657-D78B56D8A53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02624" y="2816291"/>
                  <a:ext cx="260640" cy="414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1" name="Рукописный ввод 70">
                  <a:extLst>
                    <a:ext uri="{FF2B5EF4-FFF2-40B4-BE49-F238E27FC236}">
                      <a16:creationId xmlns:a16="http://schemas.microsoft.com/office/drawing/2014/main" id="{CCE0CDBC-1307-53E5-D848-7904FA3A2D61}"/>
                    </a:ext>
                  </a:extLst>
                </p14:cNvPr>
                <p14:cNvContentPartPr/>
                <p14:nvPr/>
              </p14:nvContentPartPr>
              <p14:xfrm>
                <a:off x="6735744" y="3822336"/>
                <a:ext cx="241200" cy="366120"/>
              </p14:xfrm>
            </p:contentPart>
          </mc:Choice>
          <mc:Fallback>
            <p:pic>
              <p:nvPicPr>
                <p:cNvPr id="71" name="Рукописный ввод 70">
                  <a:extLst>
                    <a:ext uri="{FF2B5EF4-FFF2-40B4-BE49-F238E27FC236}">
                      <a16:creationId xmlns:a16="http://schemas.microsoft.com/office/drawing/2014/main" id="{CCE0CDBC-1307-53E5-D848-7904FA3A2D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26744" y="3813853"/>
                  <a:ext cx="258840" cy="3827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2" name="Рукописный ввод 71">
                  <a:extLst>
                    <a:ext uri="{FF2B5EF4-FFF2-40B4-BE49-F238E27FC236}">
                      <a16:creationId xmlns:a16="http://schemas.microsoft.com/office/drawing/2014/main" id="{B7A446E0-BDA0-3294-3E25-AE341D129F7F}"/>
                    </a:ext>
                  </a:extLst>
                </p14:cNvPr>
                <p14:cNvContentPartPr/>
                <p14:nvPr/>
              </p14:nvContentPartPr>
              <p14:xfrm>
                <a:off x="6794064" y="3803616"/>
                <a:ext cx="239040" cy="9720"/>
              </p14:xfrm>
            </p:contentPart>
          </mc:Choice>
          <mc:Fallback>
            <p:pic>
              <p:nvPicPr>
                <p:cNvPr id="72" name="Рукописный ввод 71">
                  <a:extLst>
                    <a:ext uri="{FF2B5EF4-FFF2-40B4-BE49-F238E27FC236}">
                      <a16:creationId xmlns:a16="http://schemas.microsoft.com/office/drawing/2014/main" id="{B7A446E0-BDA0-3294-3E25-AE341D129F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85064" y="3795237"/>
                  <a:ext cx="256680" cy="261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9" name="Рукописный ввод 58">
                  <a:extLst>
                    <a:ext uri="{FF2B5EF4-FFF2-40B4-BE49-F238E27FC236}">
                      <a16:creationId xmlns:a16="http://schemas.microsoft.com/office/drawing/2014/main" id="{FB1FC53C-D9E8-22B0-BC1D-0DC0C63F0CD4}"/>
                    </a:ext>
                  </a:extLst>
                </p14:cNvPr>
                <p14:cNvContentPartPr/>
                <p14:nvPr/>
              </p14:nvContentPartPr>
              <p14:xfrm>
                <a:off x="4178304" y="3108816"/>
                <a:ext cx="1832400" cy="73800"/>
              </p14:xfrm>
            </p:contentPart>
          </mc:Choice>
          <mc:Fallback>
            <p:pic>
              <p:nvPicPr>
                <p:cNvPr id="59" name="Рукописный ввод 58">
                  <a:extLst>
                    <a:ext uri="{FF2B5EF4-FFF2-40B4-BE49-F238E27FC236}">
                      <a16:creationId xmlns:a16="http://schemas.microsoft.com/office/drawing/2014/main" id="{FB1FC53C-D9E8-22B0-BC1D-0DC0C63F0C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69664" y="3100654"/>
                  <a:ext cx="1850040" cy="904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0" name="Рукописный ввод 59">
                  <a:extLst>
                    <a:ext uri="{FF2B5EF4-FFF2-40B4-BE49-F238E27FC236}">
                      <a16:creationId xmlns:a16="http://schemas.microsoft.com/office/drawing/2014/main" id="{A8A312F7-F008-7EE8-A8D8-299E41177143}"/>
                    </a:ext>
                  </a:extLst>
                </p14:cNvPr>
                <p14:cNvContentPartPr/>
                <p14:nvPr/>
              </p14:nvContentPartPr>
              <p14:xfrm>
                <a:off x="4343184" y="3959136"/>
                <a:ext cx="1617840" cy="37440"/>
              </p14:xfrm>
            </p:contentPart>
          </mc:Choice>
          <mc:Fallback>
            <p:pic>
              <p:nvPicPr>
                <p:cNvPr id="60" name="Рукописный ввод 59">
                  <a:extLst>
                    <a:ext uri="{FF2B5EF4-FFF2-40B4-BE49-F238E27FC236}">
                      <a16:creationId xmlns:a16="http://schemas.microsoft.com/office/drawing/2014/main" id="{A8A312F7-F008-7EE8-A8D8-299E411771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34544" y="3950627"/>
                  <a:ext cx="1635480" cy="541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Рукописный ввод 78">
                  <a:extLst>
                    <a:ext uri="{FF2B5EF4-FFF2-40B4-BE49-F238E27FC236}">
                      <a16:creationId xmlns:a16="http://schemas.microsoft.com/office/drawing/2014/main" id="{5712FF8B-2425-9646-82E5-661EC16F88B8}"/>
                    </a:ext>
                  </a:extLst>
                </p14:cNvPr>
                <p14:cNvContentPartPr/>
                <p14:nvPr/>
              </p14:nvContentPartPr>
              <p14:xfrm>
                <a:off x="4370544" y="3046536"/>
                <a:ext cx="360" cy="62640"/>
              </p14:xfrm>
            </p:contentPart>
          </mc:Choice>
          <mc:Fallback>
            <p:pic>
              <p:nvPicPr>
                <p:cNvPr id="79" name="Рукописный ввод 78">
                  <a:extLst>
                    <a:ext uri="{FF2B5EF4-FFF2-40B4-BE49-F238E27FC236}">
                      <a16:creationId xmlns:a16="http://schemas.microsoft.com/office/drawing/2014/main" id="{5712FF8B-2425-9646-82E5-661EC16F88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61904" y="3038410"/>
                  <a:ext cx="18000" cy="79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0" name="Рукописный ввод 79">
                  <a:extLst>
                    <a:ext uri="{FF2B5EF4-FFF2-40B4-BE49-F238E27FC236}">
                      <a16:creationId xmlns:a16="http://schemas.microsoft.com/office/drawing/2014/main" id="{A5317DE3-7687-3537-A7B2-3018BF712004}"/>
                    </a:ext>
                  </a:extLst>
                </p14:cNvPr>
                <p14:cNvContentPartPr/>
                <p14:nvPr/>
              </p14:nvContentPartPr>
              <p14:xfrm>
                <a:off x="4562784" y="3924936"/>
                <a:ext cx="360" cy="52920"/>
              </p14:xfrm>
            </p:contentPart>
          </mc:Choice>
          <mc:Fallback>
            <p:pic>
              <p:nvPicPr>
                <p:cNvPr id="80" name="Рукописный ввод 79">
                  <a:extLst>
                    <a:ext uri="{FF2B5EF4-FFF2-40B4-BE49-F238E27FC236}">
                      <a16:creationId xmlns:a16="http://schemas.microsoft.com/office/drawing/2014/main" id="{A5317DE3-7687-3537-A7B2-3018BF7120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53784" y="3916455"/>
                  <a:ext cx="18000" cy="695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8" name="Рукописный ввод 27">
                  <a:extLst>
                    <a:ext uri="{FF2B5EF4-FFF2-40B4-BE49-F238E27FC236}">
                      <a16:creationId xmlns:a16="http://schemas.microsoft.com/office/drawing/2014/main" id="{CFC34BEC-B5E5-1AD8-8460-8D9D50168BB7}"/>
                    </a:ext>
                  </a:extLst>
                </p14:cNvPr>
                <p14:cNvContentPartPr/>
                <p14:nvPr/>
              </p14:nvContentPartPr>
              <p14:xfrm>
                <a:off x="411264" y="2852856"/>
                <a:ext cx="247320" cy="404280"/>
              </p14:xfrm>
            </p:contentPart>
          </mc:Choice>
          <mc:Fallback>
            <p:pic>
              <p:nvPicPr>
                <p:cNvPr id="28" name="Рукописный ввод 27">
                  <a:extLst>
                    <a:ext uri="{FF2B5EF4-FFF2-40B4-BE49-F238E27FC236}">
                      <a16:creationId xmlns:a16="http://schemas.microsoft.com/office/drawing/2014/main" id="{CFC34BEC-B5E5-1AD8-8460-8D9D50168B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624" y="2844370"/>
                  <a:ext cx="264960" cy="4209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" name="Рукописный ввод 29">
                  <a:extLst>
                    <a:ext uri="{FF2B5EF4-FFF2-40B4-BE49-F238E27FC236}">
                      <a16:creationId xmlns:a16="http://schemas.microsoft.com/office/drawing/2014/main" id="{C05B5D79-D73F-6D4F-5420-FCB022EA6FA1}"/>
                    </a:ext>
                  </a:extLst>
                </p14:cNvPr>
                <p14:cNvContentPartPr/>
                <p14:nvPr/>
              </p14:nvContentPartPr>
              <p14:xfrm>
                <a:off x="3675744" y="2055096"/>
                <a:ext cx="221760" cy="392760"/>
              </p14:xfrm>
            </p:contentPart>
          </mc:Choice>
          <mc:Fallback>
            <p:pic>
              <p:nvPicPr>
                <p:cNvPr id="30" name="Рукописный ввод 29">
                  <a:extLst>
                    <a:ext uri="{FF2B5EF4-FFF2-40B4-BE49-F238E27FC236}">
                      <a16:creationId xmlns:a16="http://schemas.microsoft.com/office/drawing/2014/main" id="{C05B5D79-D73F-6D4F-5420-FCB022EA6F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66744" y="2046949"/>
                  <a:ext cx="239400" cy="409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1" name="Рукописный ввод 30">
                  <a:extLst>
                    <a:ext uri="{FF2B5EF4-FFF2-40B4-BE49-F238E27FC236}">
                      <a16:creationId xmlns:a16="http://schemas.microsoft.com/office/drawing/2014/main" id="{24AFF1A9-3E78-FA26-335E-9EFF8D145E73}"/>
                    </a:ext>
                  </a:extLst>
                </p14:cNvPr>
                <p14:cNvContentPartPr/>
                <p14:nvPr/>
              </p14:nvContentPartPr>
              <p14:xfrm>
                <a:off x="3563424" y="2806056"/>
                <a:ext cx="316440" cy="513720"/>
              </p14:xfrm>
            </p:contentPart>
          </mc:Choice>
          <mc:Fallback>
            <p:pic>
              <p:nvPicPr>
                <p:cNvPr id="31" name="Рукописный ввод 30">
                  <a:extLst>
                    <a:ext uri="{FF2B5EF4-FFF2-40B4-BE49-F238E27FC236}">
                      <a16:creationId xmlns:a16="http://schemas.microsoft.com/office/drawing/2014/main" id="{24AFF1A9-3E78-FA26-335E-9EFF8D145E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54784" y="2797568"/>
                  <a:ext cx="334080" cy="5303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Рукописный ввод 44">
                  <a:extLst>
                    <a:ext uri="{FF2B5EF4-FFF2-40B4-BE49-F238E27FC236}">
                      <a16:creationId xmlns:a16="http://schemas.microsoft.com/office/drawing/2014/main" id="{009F4D1D-7FED-1B81-52A9-7B6198C5B362}"/>
                    </a:ext>
                  </a:extLst>
                </p14:cNvPr>
                <p14:cNvContentPartPr/>
                <p14:nvPr/>
              </p14:nvContentPartPr>
              <p14:xfrm>
                <a:off x="2669904" y="2990016"/>
                <a:ext cx="360" cy="246600"/>
              </p14:xfrm>
            </p:contentPart>
          </mc:Choice>
          <mc:Fallback>
            <p:pic>
              <p:nvPicPr>
                <p:cNvPr id="45" name="Рукописный ввод 44">
                  <a:extLst>
                    <a:ext uri="{FF2B5EF4-FFF2-40B4-BE49-F238E27FC236}">
                      <a16:creationId xmlns:a16="http://schemas.microsoft.com/office/drawing/2014/main" id="{009F4D1D-7FED-1B81-52A9-7B6198C5B36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61264" y="2981524"/>
                  <a:ext cx="18000" cy="263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Рукописный ввод 45">
                  <a:extLst>
                    <a:ext uri="{FF2B5EF4-FFF2-40B4-BE49-F238E27FC236}">
                      <a16:creationId xmlns:a16="http://schemas.microsoft.com/office/drawing/2014/main" id="{7016F090-7167-AF4F-E9E6-F55C52F04DBB}"/>
                    </a:ext>
                  </a:extLst>
                </p14:cNvPr>
                <p14:cNvContentPartPr/>
                <p14:nvPr/>
              </p14:nvContentPartPr>
              <p14:xfrm>
                <a:off x="2860344" y="3005856"/>
                <a:ext cx="139680" cy="232920"/>
              </p14:xfrm>
            </p:contentPart>
          </mc:Choice>
          <mc:Fallback>
            <p:pic>
              <p:nvPicPr>
                <p:cNvPr id="46" name="Рукописный ввод 45">
                  <a:extLst>
                    <a:ext uri="{FF2B5EF4-FFF2-40B4-BE49-F238E27FC236}">
                      <a16:creationId xmlns:a16="http://schemas.microsoft.com/office/drawing/2014/main" id="{7016F090-7167-AF4F-E9E6-F55C52F04D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51704" y="2997368"/>
                  <a:ext cx="157320" cy="24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Рукописный ввод 47">
                  <a:extLst>
                    <a:ext uri="{FF2B5EF4-FFF2-40B4-BE49-F238E27FC236}">
                      <a16:creationId xmlns:a16="http://schemas.microsoft.com/office/drawing/2014/main" id="{98A6DC96-395E-A191-8554-9B5E228FDC71}"/>
                    </a:ext>
                  </a:extLst>
                </p14:cNvPr>
                <p14:cNvContentPartPr/>
                <p14:nvPr/>
              </p14:nvContentPartPr>
              <p14:xfrm>
                <a:off x="3090384" y="2980656"/>
                <a:ext cx="175320" cy="322560"/>
              </p14:xfrm>
            </p:contentPart>
          </mc:Choice>
          <mc:Fallback>
            <p:pic>
              <p:nvPicPr>
                <p:cNvPr id="48" name="Рукописный ввод 47">
                  <a:extLst>
                    <a:ext uri="{FF2B5EF4-FFF2-40B4-BE49-F238E27FC236}">
                      <a16:creationId xmlns:a16="http://schemas.microsoft.com/office/drawing/2014/main" id="{98A6DC96-395E-A191-8554-9B5E228FDC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81744" y="2972507"/>
                  <a:ext cx="192960" cy="3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Рукописный ввод 49">
                  <a:extLst>
                    <a:ext uri="{FF2B5EF4-FFF2-40B4-BE49-F238E27FC236}">
                      <a16:creationId xmlns:a16="http://schemas.microsoft.com/office/drawing/2014/main" id="{B069DBF9-E588-16EA-D1EF-E5FD179A1AAC}"/>
                    </a:ext>
                  </a:extLst>
                </p14:cNvPr>
                <p14:cNvContentPartPr/>
                <p14:nvPr/>
              </p14:nvContentPartPr>
              <p14:xfrm>
                <a:off x="3163824" y="2971656"/>
                <a:ext cx="72000" cy="360"/>
              </p14:xfrm>
            </p:contentPart>
          </mc:Choice>
          <mc:Fallback>
            <p:pic>
              <p:nvPicPr>
                <p:cNvPr id="50" name="Рукописный ввод 49">
                  <a:extLst>
                    <a:ext uri="{FF2B5EF4-FFF2-40B4-BE49-F238E27FC236}">
                      <a16:creationId xmlns:a16="http://schemas.microsoft.com/office/drawing/2014/main" id="{B069DBF9-E588-16EA-D1EF-E5FD179A1A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54824" y="2963016"/>
                  <a:ext cx="89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Рукописный ввод 51">
                  <a:extLst>
                    <a:ext uri="{FF2B5EF4-FFF2-40B4-BE49-F238E27FC236}">
                      <a16:creationId xmlns:a16="http://schemas.microsoft.com/office/drawing/2014/main" id="{694B482C-BE39-9F35-FADC-97A28366BB47}"/>
                    </a:ext>
                  </a:extLst>
                </p14:cNvPr>
                <p14:cNvContentPartPr/>
                <p14:nvPr/>
              </p14:nvContentPartPr>
              <p14:xfrm>
                <a:off x="2783304" y="3666816"/>
                <a:ext cx="281160" cy="379800"/>
              </p14:xfrm>
            </p:contentPart>
          </mc:Choice>
          <mc:Fallback>
            <p:pic>
              <p:nvPicPr>
                <p:cNvPr id="52" name="Рукописный ввод 51">
                  <a:extLst>
                    <a:ext uri="{FF2B5EF4-FFF2-40B4-BE49-F238E27FC236}">
                      <a16:creationId xmlns:a16="http://schemas.microsoft.com/office/drawing/2014/main" id="{694B482C-BE39-9F35-FADC-97A28366BB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74304" y="3658331"/>
                  <a:ext cx="298800" cy="3964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7" name="Рукописный ввод 76">
                  <a:extLst>
                    <a:ext uri="{FF2B5EF4-FFF2-40B4-BE49-F238E27FC236}">
                      <a16:creationId xmlns:a16="http://schemas.microsoft.com/office/drawing/2014/main" id="{6B8B5FB7-442A-3494-7DF2-8F4B6C2DFD38}"/>
                    </a:ext>
                  </a:extLst>
                </p14:cNvPr>
                <p14:cNvContentPartPr/>
                <p14:nvPr/>
              </p14:nvContentPartPr>
              <p14:xfrm>
                <a:off x="2084904" y="3064896"/>
                <a:ext cx="360" cy="62640"/>
              </p14:xfrm>
            </p:contentPart>
          </mc:Choice>
          <mc:Fallback>
            <p:pic>
              <p:nvPicPr>
                <p:cNvPr id="77" name="Рукописный ввод 76">
                  <a:extLst>
                    <a:ext uri="{FF2B5EF4-FFF2-40B4-BE49-F238E27FC236}">
                      <a16:creationId xmlns:a16="http://schemas.microsoft.com/office/drawing/2014/main" id="{6B8B5FB7-442A-3494-7DF2-8F4B6C2DFD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75904" y="3056431"/>
                  <a:ext cx="18000" cy="79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8" name="Рукописный ввод 77">
                  <a:extLst>
                    <a:ext uri="{FF2B5EF4-FFF2-40B4-BE49-F238E27FC236}">
                      <a16:creationId xmlns:a16="http://schemas.microsoft.com/office/drawing/2014/main" id="{896EBFFF-B6DE-2AAB-589D-7E89E68A820A}"/>
                    </a:ext>
                  </a:extLst>
                </p14:cNvPr>
                <p14:cNvContentPartPr/>
                <p14:nvPr/>
              </p14:nvContentPartPr>
              <p14:xfrm>
                <a:off x="1243224" y="3779136"/>
                <a:ext cx="360" cy="34200"/>
              </p14:xfrm>
            </p:contentPart>
          </mc:Choice>
          <mc:Fallback>
            <p:pic>
              <p:nvPicPr>
                <p:cNvPr id="78" name="Рукописный ввод 77">
                  <a:extLst>
                    <a:ext uri="{FF2B5EF4-FFF2-40B4-BE49-F238E27FC236}">
                      <a16:creationId xmlns:a16="http://schemas.microsoft.com/office/drawing/2014/main" id="{896EBFFF-B6DE-2AAB-589D-7E89E68A820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234584" y="3770928"/>
                  <a:ext cx="18000" cy="5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5" name="Рукописный ввод 24">
                  <a:extLst>
                    <a:ext uri="{FF2B5EF4-FFF2-40B4-BE49-F238E27FC236}">
                      <a16:creationId xmlns:a16="http://schemas.microsoft.com/office/drawing/2014/main" id="{A1437D22-1128-11A3-89E2-51F8C09B2563}"/>
                    </a:ext>
                  </a:extLst>
                </p14:cNvPr>
                <p14:cNvContentPartPr/>
                <p14:nvPr/>
              </p14:nvContentPartPr>
              <p14:xfrm>
                <a:off x="364464" y="1892376"/>
                <a:ext cx="211320" cy="322560"/>
              </p14:xfrm>
            </p:contentPart>
          </mc:Choice>
          <mc:Fallback>
            <p:pic>
              <p:nvPicPr>
                <p:cNvPr id="25" name="Рукописный ввод 24">
                  <a:extLst>
                    <a:ext uri="{FF2B5EF4-FFF2-40B4-BE49-F238E27FC236}">
                      <a16:creationId xmlns:a16="http://schemas.microsoft.com/office/drawing/2014/main" id="{A1437D22-1128-11A3-89E2-51F8C09B25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5824" y="1883888"/>
                  <a:ext cx="228960" cy="3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6" name="Рукописный ввод 25">
                  <a:extLst>
                    <a:ext uri="{FF2B5EF4-FFF2-40B4-BE49-F238E27FC236}">
                      <a16:creationId xmlns:a16="http://schemas.microsoft.com/office/drawing/2014/main" id="{085DD16E-CD7C-ED83-36BD-CB5400801FB3}"/>
                    </a:ext>
                  </a:extLst>
                </p14:cNvPr>
                <p14:cNvContentPartPr/>
                <p14:nvPr/>
              </p14:nvContentPartPr>
              <p14:xfrm>
                <a:off x="410904" y="2280096"/>
                <a:ext cx="211680" cy="288360"/>
              </p14:xfrm>
            </p:contentPart>
          </mc:Choice>
          <mc:Fallback>
            <p:pic>
              <p:nvPicPr>
                <p:cNvPr id="26" name="Рукописный ввод 25">
                  <a:extLst>
                    <a:ext uri="{FF2B5EF4-FFF2-40B4-BE49-F238E27FC236}">
                      <a16:creationId xmlns:a16="http://schemas.microsoft.com/office/drawing/2014/main" id="{085DD16E-CD7C-ED83-36BD-CB5400801FB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01904" y="2271615"/>
                  <a:ext cx="229320" cy="3049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9" name="Рукописный ввод 38">
                  <a:extLst>
                    <a:ext uri="{FF2B5EF4-FFF2-40B4-BE49-F238E27FC236}">
                      <a16:creationId xmlns:a16="http://schemas.microsoft.com/office/drawing/2014/main" id="{9505EB93-687A-8299-404C-B2C8A2A9DADC}"/>
                    </a:ext>
                  </a:extLst>
                </p14:cNvPr>
                <p14:cNvContentPartPr/>
                <p14:nvPr/>
              </p14:nvContentPartPr>
              <p14:xfrm>
                <a:off x="2816064" y="2011176"/>
                <a:ext cx="118080" cy="249840"/>
              </p14:xfrm>
            </p:contentPart>
          </mc:Choice>
          <mc:Fallback>
            <p:pic>
              <p:nvPicPr>
                <p:cNvPr id="39" name="Рукописный ввод 38">
                  <a:extLst>
                    <a:ext uri="{FF2B5EF4-FFF2-40B4-BE49-F238E27FC236}">
                      <a16:creationId xmlns:a16="http://schemas.microsoft.com/office/drawing/2014/main" id="{9505EB93-687A-8299-404C-B2C8A2A9DAD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07064" y="2003029"/>
                  <a:ext cx="135720" cy="2664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0" name="Рукописный ввод 39">
                  <a:extLst>
                    <a:ext uri="{FF2B5EF4-FFF2-40B4-BE49-F238E27FC236}">
                      <a16:creationId xmlns:a16="http://schemas.microsoft.com/office/drawing/2014/main" id="{958E2156-15D8-98F0-92B3-279BA7A10DDF}"/>
                    </a:ext>
                  </a:extLst>
                </p14:cNvPr>
                <p14:cNvContentPartPr/>
                <p14:nvPr/>
              </p14:nvContentPartPr>
              <p14:xfrm>
                <a:off x="3025944" y="2056896"/>
                <a:ext cx="167760" cy="213480"/>
              </p14:xfrm>
            </p:contentPart>
          </mc:Choice>
          <mc:Fallback>
            <p:pic>
              <p:nvPicPr>
                <p:cNvPr id="40" name="Рукописный ввод 39">
                  <a:extLst>
                    <a:ext uri="{FF2B5EF4-FFF2-40B4-BE49-F238E27FC236}">
                      <a16:creationId xmlns:a16="http://schemas.microsoft.com/office/drawing/2014/main" id="{958E2156-15D8-98F0-92B3-279BA7A10DD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017304" y="2048411"/>
                  <a:ext cx="185400" cy="2301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2" name="Рукописный ввод 41">
                  <a:extLst>
                    <a:ext uri="{FF2B5EF4-FFF2-40B4-BE49-F238E27FC236}">
                      <a16:creationId xmlns:a16="http://schemas.microsoft.com/office/drawing/2014/main" id="{32B70679-D33D-E3AF-70F7-B7B72114BB81}"/>
                    </a:ext>
                  </a:extLst>
                </p14:cNvPr>
                <p14:cNvContentPartPr/>
                <p14:nvPr/>
              </p14:nvContentPartPr>
              <p14:xfrm>
                <a:off x="2843424" y="2424456"/>
                <a:ext cx="175680" cy="230400"/>
              </p14:xfrm>
            </p:contentPart>
          </mc:Choice>
          <mc:Fallback>
            <p:pic>
              <p:nvPicPr>
                <p:cNvPr id="42" name="Рукописный ввод 41">
                  <a:extLst>
                    <a:ext uri="{FF2B5EF4-FFF2-40B4-BE49-F238E27FC236}">
                      <a16:creationId xmlns:a16="http://schemas.microsoft.com/office/drawing/2014/main" id="{32B70679-D33D-E3AF-70F7-B7B72114BB8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834784" y="2415973"/>
                  <a:ext cx="193320" cy="2470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3" name="Рукописный ввод 42">
                  <a:extLst>
                    <a:ext uri="{FF2B5EF4-FFF2-40B4-BE49-F238E27FC236}">
                      <a16:creationId xmlns:a16="http://schemas.microsoft.com/office/drawing/2014/main" id="{4E3736BF-66CE-C6B5-1BC5-F0C297D5F9A8}"/>
                    </a:ext>
                  </a:extLst>
                </p14:cNvPr>
                <p14:cNvContentPartPr/>
                <p14:nvPr/>
              </p14:nvContentPartPr>
              <p14:xfrm>
                <a:off x="3115944" y="2439216"/>
                <a:ext cx="195840" cy="219960"/>
              </p14:xfrm>
            </p:contentPart>
          </mc:Choice>
          <mc:Fallback>
            <p:pic>
              <p:nvPicPr>
                <p:cNvPr id="43" name="Рукописный ввод 42">
                  <a:extLst>
                    <a:ext uri="{FF2B5EF4-FFF2-40B4-BE49-F238E27FC236}">
                      <a16:creationId xmlns:a16="http://schemas.microsoft.com/office/drawing/2014/main" id="{4E3736BF-66CE-C6B5-1BC5-F0C297D5F9A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106944" y="2430730"/>
                  <a:ext cx="213480" cy="2365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Рукописный ввод 52">
                  <a:extLst>
                    <a:ext uri="{FF2B5EF4-FFF2-40B4-BE49-F238E27FC236}">
                      <a16:creationId xmlns:a16="http://schemas.microsoft.com/office/drawing/2014/main" id="{9EE11B9D-C19D-183A-99EB-2AB139701775}"/>
                    </a:ext>
                  </a:extLst>
                </p14:cNvPr>
                <p14:cNvContentPartPr/>
                <p14:nvPr/>
              </p14:nvContentPartPr>
              <p14:xfrm>
                <a:off x="895824" y="2099376"/>
                <a:ext cx="1586880" cy="70200"/>
              </p14:xfrm>
            </p:contentPart>
          </mc:Choice>
          <mc:Fallback>
            <p:pic>
              <p:nvPicPr>
                <p:cNvPr id="53" name="Рукописный ввод 52">
                  <a:extLst>
                    <a:ext uri="{FF2B5EF4-FFF2-40B4-BE49-F238E27FC236}">
                      <a16:creationId xmlns:a16="http://schemas.microsoft.com/office/drawing/2014/main" id="{9EE11B9D-C19D-183A-99EB-2AB13970177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7184" y="2090898"/>
                  <a:ext cx="1604520" cy="868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Рукописный ввод 53">
                  <a:extLst>
                    <a:ext uri="{FF2B5EF4-FFF2-40B4-BE49-F238E27FC236}">
                      <a16:creationId xmlns:a16="http://schemas.microsoft.com/office/drawing/2014/main" id="{F1130BAD-E891-5F83-63B3-0560C5389850}"/>
                    </a:ext>
                  </a:extLst>
                </p14:cNvPr>
                <p14:cNvContentPartPr/>
                <p14:nvPr/>
              </p14:nvContentPartPr>
              <p14:xfrm>
                <a:off x="969264" y="2560176"/>
                <a:ext cx="1407600" cy="360"/>
              </p14:xfrm>
            </p:contentPart>
          </mc:Choice>
          <mc:Fallback>
            <p:pic>
              <p:nvPicPr>
                <p:cNvPr id="54" name="Рукописный ввод 53">
                  <a:extLst>
                    <a:ext uri="{FF2B5EF4-FFF2-40B4-BE49-F238E27FC236}">
                      <a16:creationId xmlns:a16="http://schemas.microsoft.com/office/drawing/2014/main" id="{F1130BAD-E891-5F83-63B3-0560C538985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0264" y="2551176"/>
                  <a:ext cx="1425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Рукописный ввод 74">
                  <a:extLst>
                    <a:ext uri="{FF2B5EF4-FFF2-40B4-BE49-F238E27FC236}">
                      <a16:creationId xmlns:a16="http://schemas.microsoft.com/office/drawing/2014/main" id="{8BF9298B-9F60-60B1-A6AA-60ACC6204BA8}"/>
                    </a:ext>
                  </a:extLst>
                </p14:cNvPr>
                <p14:cNvContentPartPr/>
                <p14:nvPr/>
              </p14:nvContentPartPr>
              <p14:xfrm>
                <a:off x="1279944" y="2076696"/>
                <a:ext cx="360" cy="81360"/>
              </p14:xfrm>
            </p:contentPart>
          </mc:Choice>
          <mc:Fallback>
            <p:pic>
              <p:nvPicPr>
                <p:cNvPr id="75" name="Рукописный ввод 74">
                  <a:extLst>
                    <a:ext uri="{FF2B5EF4-FFF2-40B4-BE49-F238E27FC236}">
                      <a16:creationId xmlns:a16="http://schemas.microsoft.com/office/drawing/2014/main" id="{8BF9298B-9F60-60B1-A6AA-60ACC6204BA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70944" y="2068560"/>
                  <a:ext cx="18000" cy="97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Рукописный ввод 75">
                  <a:extLst>
                    <a:ext uri="{FF2B5EF4-FFF2-40B4-BE49-F238E27FC236}">
                      <a16:creationId xmlns:a16="http://schemas.microsoft.com/office/drawing/2014/main" id="{AA30C25A-03A6-F6FA-FC62-60C8A7BDB1A7}"/>
                    </a:ext>
                  </a:extLst>
                </p14:cNvPr>
                <p14:cNvContentPartPr/>
                <p14:nvPr/>
              </p14:nvContentPartPr>
              <p14:xfrm>
                <a:off x="1541304" y="2493216"/>
                <a:ext cx="3960" cy="39960"/>
              </p14:xfrm>
            </p:contentPart>
          </mc:Choice>
          <mc:Fallback>
            <p:pic>
              <p:nvPicPr>
                <p:cNvPr id="76" name="Рукописный ввод 75">
                  <a:extLst>
                    <a:ext uri="{FF2B5EF4-FFF2-40B4-BE49-F238E27FC236}">
                      <a16:creationId xmlns:a16="http://schemas.microsoft.com/office/drawing/2014/main" id="{AA30C25A-03A6-F6FA-FC62-60C8A7BDB1A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32664" y="2485019"/>
                  <a:ext cx="21600" cy="56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5" name="Рукописный ввод 104">
                  <a:extLst>
                    <a:ext uri="{FF2B5EF4-FFF2-40B4-BE49-F238E27FC236}">
                      <a16:creationId xmlns:a16="http://schemas.microsoft.com/office/drawing/2014/main" id="{96367919-C834-96FA-CC0F-5C0A83994321}"/>
                    </a:ext>
                  </a:extLst>
                </p14:cNvPr>
                <p14:cNvContentPartPr/>
                <p14:nvPr/>
              </p14:nvContentPartPr>
              <p14:xfrm>
                <a:off x="3328344" y="2322216"/>
                <a:ext cx="37800" cy="1840680"/>
              </p14:xfrm>
            </p:contentPart>
          </mc:Choice>
          <mc:Fallback>
            <p:pic>
              <p:nvPicPr>
                <p:cNvPr id="105" name="Рукописный ввод 104">
                  <a:extLst>
                    <a:ext uri="{FF2B5EF4-FFF2-40B4-BE49-F238E27FC236}">
                      <a16:creationId xmlns:a16="http://schemas.microsoft.com/office/drawing/2014/main" id="{96367919-C834-96FA-CC0F-5C0A8399432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19344" y="2314070"/>
                  <a:ext cx="55440" cy="1857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7" name="Рукописный ввод 106">
                  <a:extLst>
                    <a:ext uri="{FF2B5EF4-FFF2-40B4-BE49-F238E27FC236}">
                      <a16:creationId xmlns:a16="http://schemas.microsoft.com/office/drawing/2014/main" id="{A9E28203-2129-485E-4E1C-F3A70D434DCB}"/>
                    </a:ext>
                  </a:extLst>
                </p14:cNvPr>
                <p14:cNvContentPartPr/>
                <p14:nvPr/>
              </p14:nvContentPartPr>
              <p14:xfrm>
                <a:off x="2788704" y="3026736"/>
                <a:ext cx="360" cy="264240"/>
              </p14:xfrm>
            </p:contentPart>
          </mc:Choice>
          <mc:Fallback>
            <p:pic>
              <p:nvPicPr>
                <p:cNvPr id="107" name="Рукописный ввод 106">
                  <a:extLst>
                    <a:ext uri="{FF2B5EF4-FFF2-40B4-BE49-F238E27FC236}">
                      <a16:creationId xmlns:a16="http://schemas.microsoft.com/office/drawing/2014/main" id="{A9E28203-2129-485E-4E1C-F3A70D434DC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80064" y="3018256"/>
                  <a:ext cx="18000" cy="280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9" name="Рукописный ввод 108">
                  <a:extLst>
                    <a:ext uri="{FF2B5EF4-FFF2-40B4-BE49-F238E27FC236}">
                      <a16:creationId xmlns:a16="http://schemas.microsoft.com/office/drawing/2014/main" id="{814CC8B9-3329-ACDA-1412-D0AA210876AA}"/>
                    </a:ext>
                  </a:extLst>
                </p14:cNvPr>
                <p14:cNvContentPartPr/>
                <p14:nvPr/>
              </p14:nvContentPartPr>
              <p14:xfrm>
                <a:off x="2651544" y="3483936"/>
                <a:ext cx="722160" cy="62640"/>
              </p14:xfrm>
            </p:contentPart>
          </mc:Choice>
          <mc:Fallback>
            <p:pic>
              <p:nvPicPr>
                <p:cNvPr id="109" name="Рукописный ввод 108">
                  <a:extLst>
                    <a:ext uri="{FF2B5EF4-FFF2-40B4-BE49-F238E27FC236}">
                      <a16:creationId xmlns:a16="http://schemas.microsoft.com/office/drawing/2014/main" id="{814CC8B9-3329-ACDA-1412-D0AA210876A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42904" y="3475425"/>
                  <a:ext cx="739800" cy="793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0" name="Рукописный ввод 109">
                  <a:extLst>
                    <a:ext uri="{FF2B5EF4-FFF2-40B4-BE49-F238E27FC236}">
                      <a16:creationId xmlns:a16="http://schemas.microsoft.com/office/drawing/2014/main" id="{0ACC0C05-E346-CAA1-9BF6-6FDD5DE4CFDA}"/>
                    </a:ext>
                  </a:extLst>
                </p14:cNvPr>
                <p14:cNvContentPartPr/>
                <p14:nvPr/>
              </p14:nvContentPartPr>
              <p14:xfrm>
                <a:off x="2642184" y="2752056"/>
                <a:ext cx="648720" cy="37440"/>
              </p14:xfrm>
            </p:contentPart>
          </mc:Choice>
          <mc:Fallback>
            <p:pic>
              <p:nvPicPr>
                <p:cNvPr id="110" name="Рукописный ввод 109">
                  <a:extLst>
                    <a:ext uri="{FF2B5EF4-FFF2-40B4-BE49-F238E27FC236}">
                      <a16:creationId xmlns:a16="http://schemas.microsoft.com/office/drawing/2014/main" id="{0ACC0C05-E346-CAA1-9BF6-6FDD5DE4CF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33544" y="2743547"/>
                  <a:ext cx="666360" cy="541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3" name="Рукописный ввод 112">
                  <a:extLst>
                    <a:ext uri="{FF2B5EF4-FFF2-40B4-BE49-F238E27FC236}">
                      <a16:creationId xmlns:a16="http://schemas.microsoft.com/office/drawing/2014/main" id="{1FD25D28-EE16-9A90-2E5C-599B3778D926}"/>
                    </a:ext>
                  </a:extLst>
                </p14:cNvPr>
                <p14:cNvContentPartPr/>
                <p14:nvPr/>
              </p14:nvContentPartPr>
              <p14:xfrm>
                <a:off x="6345864" y="1911096"/>
                <a:ext cx="895320" cy="37800"/>
              </p14:xfrm>
            </p:contentPart>
          </mc:Choice>
          <mc:Fallback>
            <p:pic>
              <p:nvPicPr>
                <p:cNvPr id="113" name="Рукописный ввод 112">
                  <a:extLst>
                    <a:ext uri="{FF2B5EF4-FFF2-40B4-BE49-F238E27FC236}">
                      <a16:creationId xmlns:a16="http://schemas.microsoft.com/office/drawing/2014/main" id="{1FD25D28-EE16-9A90-2E5C-599B3778D92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36864" y="1902658"/>
                  <a:ext cx="912960" cy="54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4" name="Рукописный ввод 113">
                  <a:extLst>
                    <a:ext uri="{FF2B5EF4-FFF2-40B4-BE49-F238E27FC236}">
                      <a16:creationId xmlns:a16="http://schemas.microsoft.com/office/drawing/2014/main" id="{CB2D9654-3731-43EA-E390-1CACE3582BC6}"/>
                    </a:ext>
                  </a:extLst>
                </p14:cNvPr>
                <p14:cNvContentPartPr/>
                <p14:nvPr/>
              </p14:nvContentPartPr>
              <p14:xfrm>
                <a:off x="7204824" y="1947816"/>
                <a:ext cx="46440" cy="2230200"/>
              </p14:xfrm>
            </p:contentPart>
          </mc:Choice>
          <mc:Fallback>
            <p:pic>
              <p:nvPicPr>
                <p:cNvPr id="114" name="Рукописный ввод 113">
                  <a:extLst>
                    <a:ext uri="{FF2B5EF4-FFF2-40B4-BE49-F238E27FC236}">
                      <a16:creationId xmlns:a16="http://schemas.microsoft.com/office/drawing/2014/main" id="{CB2D9654-3731-43EA-E390-1CACE3582BC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196184" y="1939331"/>
                  <a:ext cx="64080" cy="2246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6" name="Рукописный ввод 115">
                  <a:extLst>
                    <a:ext uri="{FF2B5EF4-FFF2-40B4-BE49-F238E27FC236}">
                      <a16:creationId xmlns:a16="http://schemas.microsoft.com/office/drawing/2014/main" id="{3622D304-8144-A120-77A0-D99B38AA735B}"/>
                    </a:ext>
                  </a:extLst>
                </p14:cNvPr>
                <p14:cNvContentPartPr/>
                <p14:nvPr/>
              </p14:nvContentPartPr>
              <p14:xfrm>
                <a:off x="6345864" y="4205376"/>
                <a:ext cx="794880" cy="10800"/>
              </p14:xfrm>
            </p:contentPart>
          </mc:Choice>
          <mc:Fallback>
            <p:pic>
              <p:nvPicPr>
                <p:cNvPr id="116" name="Рукописный ввод 115">
                  <a:extLst>
                    <a:ext uri="{FF2B5EF4-FFF2-40B4-BE49-F238E27FC236}">
                      <a16:creationId xmlns:a16="http://schemas.microsoft.com/office/drawing/2014/main" id="{3622D304-8144-A120-77A0-D99B38AA735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36864" y="4196666"/>
                  <a:ext cx="812520" cy="27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7" name="Рукописный ввод 116">
                  <a:extLst>
                    <a:ext uri="{FF2B5EF4-FFF2-40B4-BE49-F238E27FC236}">
                      <a16:creationId xmlns:a16="http://schemas.microsoft.com/office/drawing/2014/main" id="{46535161-DD24-F8BF-16C9-ABB439FFF74F}"/>
                    </a:ext>
                  </a:extLst>
                </p14:cNvPr>
                <p14:cNvContentPartPr/>
                <p14:nvPr/>
              </p14:nvContentPartPr>
              <p14:xfrm>
                <a:off x="6355224" y="3482856"/>
                <a:ext cx="827280" cy="19440"/>
              </p14:xfrm>
            </p:contentPart>
          </mc:Choice>
          <mc:Fallback>
            <p:pic>
              <p:nvPicPr>
                <p:cNvPr id="117" name="Рукописный ввод 116">
                  <a:extLst>
                    <a:ext uri="{FF2B5EF4-FFF2-40B4-BE49-F238E27FC236}">
                      <a16:creationId xmlns:a16="http://schemas.microsoft.com/office/drawing/2014/main" id="{46535161-DD24-F8BF-16C9-ABB439FFF74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346224" y="3474330"/>
                  <a:ext cx="844920" cy="361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8" name="Рукописный ввод 117">
                  <a:extLst>
                    <a:ext uri="{FF2B5EF4-FFF2-40B4-BE49-F238E27FC236}">
                      <a16:creationId xmlns:a16="http://schemas.microsoft.com/office/drawing/2014/main" id="{8D16CB0C-7399-591C-9294-0AB58704D752}"/>
                    </a:ext>
                  </a:extLst>
                </p14:cNvPr>
                <p14:cNvContentPartPr/>
                <p14:nvPr/>
              </p14:nvContentPartPr>
              <p14:xfrm>
                <a:off x="6355224" y="2596536"/>
                <a:ext cx="849600" cy="64440"/>
              </p14:xfrm>
            </p:contentPart>
          </mc:Choice>
          <mc:Fallback>
            <p:pic>
              <p:nvPicPr>
                <p:cNvPr id="118" name="Рукописный ввод 117">
                  <a:extLst>
                    <a:ext uri="{FF2B5EF4-FFF2-40B4-BE49-F238E27FC236}">
                      <a16:creationId xmlns:a16="http://schemas.microsoft.com/office/drawing/2014/main" id="{8D16CB0C-7399-591C-9294-0AB58704D75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46224" y="2588057"/>
                  <a:ext cx="867240" cy="810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Группа 129">
            <a:extLst>
              <a:ext uri="{FF2B5EF4-FFF2-40B4-BE49-F238E27FC236}">
                <a16:creationId xmlns:a16="http://schemas.microsoft.com/office/drawing/2014/main" id="{439AF625-78F0-354D-AC4C-40EFD78FA55A}"/>
              </a:ext>
            </a:extLst>
          </p:cNvPr>
          <p:cNvGrpSpPr/>
          <p:nvPr/>
        </p:nvGrpSpPr>
        <p:grpSpPr>
          <a:xfrm>
            <a:off x="10661328" y="901084"/>
            <a:ext cx="1089000" cy="2406695"/>
            <a:chOff x="10652184" y="1882656"/>
            <a:chExt cx="1089000" cy="22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Рукописный ввод 81">
                  <a:extLst>
                    <a:ext uri="{FF2B5EF4-FFF2-40B4-BE49-F238E27FC236}">
                      <a16:creationId xmlns:a16="http://schemas.microsoft.com/office/drawing/2014/main" id="{E5E844A2-7494-B450-1D25-2E3A9B572B92}"/>
                    </a:ext>
                  </a:extLst>
                </p14:cNvPr>
                <p14:cNvContentPartPr/>
                <p14:nvPr/>
              </p14:nvContentPartPr>
              <p14:xfrm>
                <a:off x="10955304" y="2093976"/>
                <a:ext cx="229680" cy="351000"/>
              </p14:xfrm>
            </p:contentPart>
          </mc:Choice>
          <mc:Fallback>
            <p:pic>
              <p:nvPicPr>
                <p:cNvPr id="82" name="Рукописный ввод 81">
                  <a:extLst>
                    <a:ext uri="{FF2B5EF4-FFF2-40B4-BE49-F238E27FC236}">
                      <a16:creationId xmlns:a16="http://schemas.microsoft.com/office/drawing/2014/main" id="{E5E844A2-7494-B450-1D25-2E3A9B572B9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946664" y="2085490"/>
                  <a:ext cx="247320" cy="367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Рукописный ввод 82">
                  <a:extLst>
                    <a:ext uri="{FF2B5EF4-FFF2-40B4-BE49-F238E27FC236}">
                      <a16:creationId xmlns:a16="http://schemas.microsoft.com/office/drawing/2014/main" id="{4F8C957C-EB47-EA4F-4FD2-4AD888C7FE3B}"/>
                    </a:ext>
                  </a:extLst>
                </p14:cNvPr>
                <p14:cNvContentPartPr/>
                <p14:nvPr/>
              </p14:nvContentPartPr>
              <p14:xfrm>
                <a:off x="11082384" y="2048256"/>
                <a:ext cx="150840" cy="3960"/>
              </p14:xfrm>
            </p:contentPart>
          </mc:Choice>
          <mc:Fallback>
            <p:pic>
              <p:nvPicPr>
                <p:cNvPr id="83" name="Рукописный ввод 82">
                  <a:extLst>
                    <a:ext uri="{FF2B5EF4-FFF2-40B4-BE49-F238E27FC236}">
                      <a16:creationId xmlns:a16="http://schemas.microsoft.com/office/drawing/2014/main" id="{4F8C957C-EB47-EA4F-4FD2-4AD888C7FE3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73744" y="2039256"/>
                  <a:ext cx="168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Рукописный ввод 83">
                  <a:extLst>
                    <a:ext uri="{FF2B5EF4-FFF2-40B4-BE49-F238E27FC236}">
                      <a16:creationId xmlns:a16="http://schemas.microsoft.com/office/drawing/2014/main" id="{7C3DD203-471B-74BB-51DF-FFA3238BD8BB}"/>
                    </a:ext>
                  </a:extLst>
                </p14:cNvPr>
                <p14:cNvContentPartPr/>
                <p14:nvPr/>
              </p14:nvContentPartPr>
              <p14:xfrm>
                <a:off x="11346624" y="2028816"/>
                <a:ext cx="303480" cy="470160"/>
              </p14:xfrm>
            </p:contentPart>
          </mc:Choice>
          <mc:Fallback>
            <p:pic>
              <p:nvPicPr>
                <p:cNvPr id="84" name="Рукописный ввод 83">
                  <a:extLst>
                    <a:ext uri="{FF2B5EF4-FFF2-40B4-BE49-F238E27FC236}">
                      <a16:creationId xmlns:a16="http://schemas.microsoft.com/office/drawing/2014/main" id="{7C3DD203-471B-74BB-51DF-FFA3238BD8B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337624" y="2020675"/>
                  <a:ext cx="321120" cy="486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7" name="Рукописный ввод 86">
                  <a:extLst>
                    <a:ext uri="{FF2B5EF4-FFF2-40B4-BE49-F238E27FC236}">
                      <a16:creationId xmlns:a16="http://schemas.microsoft.com/office/drawing/2014/main" id="{A8A96035-05DC-ACBD-C82B-C7368BCBAEFD}"/>
                    </a:ext>
                  </a:extLst>
                </p14:cNvPr>
                <p14:cNvContentPartPr/>
                <p14:nvPr/>
              </p14:nvContentPartPr>
              <p14:xfrm>
                <a:off x="11018304" y="2879136"/>
                <a:ext cx="241920" cy="338760"/>
              </p14:xfrm>
            </p:contentPart>
          </mc:Choice>
          <mc:Fallback>
            <p:pic>
              <p:nvPicPr>
                <p:cNvPr id="87" name="Рукописный ввод 86">
                  <a:extLst>
                    <a:ext uri="{FF2B5EF4-FFF2-40B4-BE49-F238E27FC236}">
                      <a16:creationId xmlns:a16="http://schemas.microsoft.com/office/drawing/2014/main" id="{A8A96035-05DC-ACBD-C82B-C7368BCBAEF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009304" y="2870650"/>
                  <a:ext cx="259560" cy="3553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8" name="Рукописный ввод 87">
                  <a:extLst>
                    <a:ext uri="{FF2B5EF4-FFF2-40B4-BE49-F238E27FC236}">
                      <a16:creationId xmlns:a16="http://schemas.microsoft.com/office/drawing/2014/main" id="{FAC8323F-0D9F-E0C4-7DDA-67F4934C5E40}"/>
                    </a:ext>
                  </a:extLst>
                </p14:cNvPr>
                <p14:cNvContentPartPr/>
                <p14:nvPr/>
              </p14:nvContentPartPr>
              <p14:xfrm>
                <a:off x="11100384" y="3081096"/>
                <a:ext cx="160920" cy="3960"/>
              </p14:xfrm>
            </p:contentPart>
          </mc:Choice>
          <mc:Fallback>
            <p:pic>
              <p:nvPicPr>
                <p:cNvPr id="88" name="Рукописный ввод 87">
                  <a:extLst>
                    <a:ext uri="{FF2B5EF4-FFF2-40B4-BE49-F238E27FC236}">
                      <a16:creationId xmlns:a16="http://schemas.microsoft.com/office/drawing/2014/main" id="{FAC8323F-0D9F-E0C4-7DDA-67F4934C5E4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091744" y="3073176"/>
                  <a:ext cx="178560" cy="20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0" name="Рукописный ввод 89">
                  <a:extLst>
                    <a:ext uri="{FF2B5EF4-FFF2-40B4-BE49-F238E27FC236}">
                      <a16:creationId xmlns:a16="http://schemas.microsoft.com/office/drawing/2014/main" id="{DCF74B30-AFBD-44C3-3565-8E070376220A}"/>
                    </a:ext>
                  </a:extLst>
                </p14:cNvPr>
                <p14:cNvContentPartPr/>
                <p14:nvPr/>
              </p14:nvContentPartPr>
              <p14:xfrm>
                <a:off x="11390544" y="2889936"/>
                <a:ext cx="203400" cy="293400"/>
              </p14:xfrm>
            </p:contentPart>
          </mc:Choice>
          <mc:Fallback>
            <p:pic>
              <p:nvPicPr>
                <p:cNvPr id="90" name="Рукописный ввод 89">
                  <a:extLst>
                    <a:ext uri="{FF2B5EF4-FFF2-40B4-BE49-F238E27FC236}">
                      <a16:creationId xmlns:a16="http://schemas.microsoft.com/office/drawing/2014/main" id="{DCF74B30-AFBD-44C3-3565-8E070376220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381904" y="2881446"/>
                  <a:ext cx="221040" cy="3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Рукописный ввод 92">
                  <a:extLst>
                    <a:ext uri="{FF2B5EF4-FFF2-40B4-BE49-F238E27FC236}">
                      <a16:creationId xmlns:a16="http://schemas.microsoft.com/office/drawing/2014/main" id="{5C04248D-09F3-CF1F-D349-B88959D6B3A1}"/>
                    </a:ext>
                  </a:extLst>
                </p14:cNvPr>
                <p14:cNvContentPartPr/>
                <p14:nvPr/>
              </p14:nvContentPartPr>
              <p14:xfrm>
                <a:off x="11031624" y="3737376"/>
                <a:ext cx="188640" cy="258840"/>
              </p14:xfrm>
            </p:contentPart>
          </mc:Choice>
          <mc:Fallback>
            <p:pic>
              <p:nvPicPr>
                <p:cNvPr id="93" name="Рукописный ввод 92">
                  <a:extLst>
                    <a:ext uri="{FF2B5EF4-FFF2-40B4-BE49-F238E27FC236}">
                      <a16:creationId xmlns:a16="http://schemas.microsoft.com/office/drawing/2014/main" id="{5C04248D-09F3-CF1F-D349-B88959D6B3A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022624" y="3728884"/>
                  <a:ext cx="206280" cy="275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4" name="Рукописный ввод 93">
                  <a:extLst>
                    <a:ext uri="{FF2B5EF4-FFF2-40B4-BE49-F238E27FC236}">
                      <a16:creationId xmlns:a16="http://schemas.microsoft.com/office/drawing/2014/main" id="{EAD201CD-78C2-C961-5CC5-1FF87E28812E}"/>
                    </a:ext>
                  </a:extLst>
                </p14:cNvPr>
                <p14:cNvContentPartPr/>
                <p14:nvPr/>
              </p14:nvContentPartPr>
              <p14:xfrm>
                <a:off x="11347704" y="3656736"/>
                <a:ext cx="200880" cy="375840"/>
              </p14:xfrm>
            </p:contentPart>
          </mc:Choice>
          <mc:Fallback>
            <p:pic>
              <p:nvPicPr>
                <p:cNvPr id="94" name="Рукописный ввод 93">
                  <a:extLst>
                    <a:ext uri="{FF2B5EF4-FFF2-40B4-BE49-F238E27FC236}">
                      <a16:creationId xmlns:a16="http://schemas.microsoft.com/office/drawing/2014/main" id="{EAD201CD-78C2-C961-5CC5-1FF87E28812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38704" y="3648588"/>
                  <a:ext cx="218520" cy="3924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0" name="Рукописный ввод 119">
                  <a:extLst>
                    <a:ext uri="{FF2B5EF4-FFF2-40B4-BE49-F238E27FC236}">
                      <a16:creationId xmlns:a16="http://schemas.microsoft.com/office/drawing/2014/main" id="{EF533314-A2CB-F7CC-65FF-2AFF4CA92EA7}"/>
                    </a:ext>
                  </a:extLst>
                </p14:cNvPr>
                <p14:cNvContentPartPr/>
                <p14:nvPr/>
              </p14:nvContentPartPr>
              <p14:xfrm>
                <a:off x="10652184" y="1938456"/>
                <a:ext cx="38520" cy="2203560"/>
              </p14:xfrm>
            </p:contentPart>
          </mc:Choice>
          <mc:Fallback>
            <p:pic>
              <p:nvPicPr>
                <p:cNvPr id="120" name="Рукописный ввод 119">
                  <a:extLst>
                    <a:ext uri="{FF2B5EF4-FFF2-40B4-BE49-F238E27FC236}">
                      <a16:creationId xmlns:a16="http://schemas.microsoft.com/office/drawing/2014/main" id="{EF533314-A2CB-F7CC-65FF-2AFF4CA92EA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43544" y="1929970"/>
                  <a:ext cx="56160" cy="222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1" name="Рукописный ввод 120">
                  <a:extLst>
                    <a:ext uri="{FF2B5EF4-FFF2-40B4-BE49-F238E27FC236}">
                      <a16:creationId xmlns:a16="http://schemas.microsoft.com/office/drawing/2014/main" id="{8D4D18F3-D0F3-5823-B470-24C3A8AA1655}"/>
                    </a:ext>
                  </a:extLst>
                </p14:cNvPr>
                <p14:cNvContentPartPr/>
                <p14:nvPr/>
              </p14:nvContentPartPr>
              <p14:xfrm>
                <a:off x="10652544" y="4132656"/>
                <a:ext cx="996480" cy="19080"/>
              </p14:xfrm>
            </p:contentPart>
          </mc:Choice>
          <mc:Fallback>
            <p:pic>
              <p:nvPicPr>
                <p:cNvPr id="121" name="Рукописный ввод 120">
                  <a:extLst>
                    <a:ext uri="{FF2B5EF4-FFF2-40B4-BE49-F238E27FC236}">
                      <a16:creationId xmlns:a16="http://schemas.microsoft.com/office/drawing/2014/main" id="{8D4D18F3-D0F3-5823-B470-24C3A8AA165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43904" y="4124138"/>
                  <a:ext cx="1014120" cy="35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2" name="Рукописный ввод 121">
                  <a:extLst>
                    <a:ext uri="{FF2B5EF4-FFF2-40B4-BE49-F238E27FC236}">
                      <a16:creationId xmlns:a16="http://schemas.microsoft.com/office/drawing/2014/main" id="{AC6329A1-072E-1C9E-4708-10743A2E43D8}"/>
                    </a:ext>
                  </a:extLst>
                </p14:cNvPr>
                <p14:cNvContentPartPr/>
                <p14:nvPr/>
              </p14:nvContentPartPr>
              <p14:xfrm>
                <a:off x="11658384" y="4142376"/>
                <a:ext cx="43560" cy="360"/>
              </p14:xfrm>
            </p:contentPart>
          </mc:Choice>
          <mc:Fallback>
            <p:pic>
              <p:nvPicPr>
                <p:cNvPr id="122" name="Рукописный ввод 121">
                  <a:extLst>
                    <a:ext uri="{FF2B5EF4-FFF2-40B4-BE49-F238E27FC236}">
                      <a16:creationId xmlns:a16="http://schemas.microsoft.com/office/drawing/2014/main" id="{AC6329A1-072E-1C9E-4708-10743A2E43D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649384" y="4133376"/>
                  <a:ext cx="61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4" name="Рукописный ввод 123">
                  <a:extLst>
                    <a:ext uri="{FF2B5EF4-FFF2-40B4-BE49-F238E27FC236}">
                      <a16:creationId xmlns:a16="http://schemas.microsoft.com/office/drawing/2014/main" id="{657D0203-E643-D6A4-34DD-F09D90CCA768}"/>
                    </a:ext>
                  </a:extLst>
                </p14:cNvPr>
                <p14:cNvContentPartPr/>
                <p14:nvPr/>
              </p14:nvContentPartPr>
              <p14:xfrm>
                <a:off x="10679904" y="1882656"/>
                <a:ext cx="1051200" cy="65880"/>
              </p14:xfrm>
            </p:contentPart>
          </mc:Choice>
          <mc:Fallback>
            <p:pic>
              <p:nvPicPr>
                <p:cNvPr id="124" name="Рукописный ввод 123">
                  <a:extLst>
                    <a:ext uri="{FF2B5EF4-FFF2-40B4-BE49-F238E27FC236}">
                      <a16:creationId xmlns:a16="http://schemas.microsoft.com/office/drawing/2014/main" id="{657D0203-E643-D6A4-34DD-F09D90CCA76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670904" y="1874210"/>
                  <a:ext cx="1068840" cy="82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5" name="Рукописный ввод 124">
                  <a:extLst>
                    <a:ext uri="{FF2B5EF4-FFF2-40B4-BE49-F238E27FC236}">
                      <a16:creationId xmlns:a16="http://schemas.microsoft.com/office/drawing/2014/main" id="{5C813F78-8898-68D0-B46B-0CC61AA05F34}"/>
                    </a:ext>
                  </a:extLst>
                </p14:cNvPr>
                <p14:cNvContentPartPr/>
                <p14:nvPr/>
              </p14:nvContentPartPr>
              <p14:xfrm>
                <a:off x="11675664" y="1947816"/>
                <a:ext cx="65520" cy="2195640"/>
              </p14:xfrm>
            </p:contentPart>
          </mc:Choice>
          <mc:Fallback>
            <p:pic>
              <p:nvPicPr>
                <p:cNvPr id="125" name="Рукописный ввод 124">
                  <a:extLst>
                    <a:ext uri="{FF2B5EF4-FFF2-40B4-BE49-F238E27FC236}">
                      <a16:creationId xmlns:a16="http://schemas.microsoft.com/office/drawing/2014/main" id="{5C813F78-8898-68D0-B46B-0CC61AA05F3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667024" y="1939331"/>
                  <a:ext cx="83160" cy="22122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7" name="Рукописный ввод 126">
                  <a:extLst>
                    <a:ext uri="{FF2B5EF4-FFF2-40B4-BE49-F238E27FC236}">
                      <a16:creationId xmlns:a16="http://schemas.microsoft.com/office/drawing/2014/main" id="{C6BE7AD2-B4A0-A0B0-32C7-76B1F62B7934}"/>
                    </a:ext>
                  </a:extLst>
                </p14:cNvPr>
                <p14:cNvContentPartPr/>
                <p14:nvPr/>
              </p14:nvContentPartPr>
              <p14:xfrm>
                <a:off x="10689264" y="2577816"/>
                <a:ext cx="987120" cy="56160"/>
              </p14:xfrm>
            </p:contentPart>
          </mc:Choice>
          <mc:Fallback>
            <p:pic>
              <p:nvPicPr>
                <p:cNvPr id="127" name="Рукописный ввод 126">
                  <a:extLst>
                    <a:ext uri="{FF2B5EF4-FFF2-40B4-BE49-F238E27FC236}">
                      <a16:creationId xmlns:a16="http://schemas.microsoft.com/office/drawing/2014/main" id="{C6BE7AD2-B4A0-A0B0-32C7-76B1F62B793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680264" y="2569307"/>
                  <a:ext cx="1004760" cy="728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9" name="Рукописный ввод 128">
                  <a:extLst>
                    <a:ext uri="{FF2B5EF4-FFF2-40B4-BE49-F238E27FC236}">
                      <a16:creationId xmlns:a16="http://schemas.microsoft.com/office/drawing/2014/main" id="{1EC98EB6-8554-C217-34FA-D84F91801F1D}"/>
                    </a:ext>
                  </a:extLst>
                </p14:cNvPr>
                <p14:cNvContentPartPr/>
                <p14:nvPr/>
              </p14:nvContentPartPr>
              <p14:xfrm>
                <a:off x="10670904" y="3511296"/>
                <a:ext cx="1060200" cy="28800"/>
              </p14:xfrm>
            </p:contentPart>
          </mc:Choice>
          <mc:Fallback>
            <p:pic>
              <p:nvPicPr>
                <p:cNvPr id="129" name="Рукописный ввод 128">
                  <a:extLst>
                    <a:ext uri="{FF2B5EF4-FFF2-40B4-BE49-F238E27FC236}">
                      <a16:creationId xmlns:a16="http://schemas.microsoft.com/office/drawing/2014/main" id="{1EC98EB6-8554-C217-34FA-D84F91801F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662264" y="3502825"/>
                  <a:ext cx="1077840" cy="45402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2" name="Рисунок 131">
            <a:extLst>
              <a:ext uri="{FF2B5EF4-FFF2-40B4-BE49-F238E27FC236}">
                <a16:creationId xmlns:a16="http://schemas.microsoft.com/office/drawing/2014/main" id="{CCE6852A-F1A0-179C-C833-1AD376C0505B}"/>
              </a:ext>
            </a:extLst>
          </p:cNvPr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192024" y="3368541"/>
            <a:ext cx="2859696" cy="3092895"/>
          </a:xfrm>
          <a:prstGeom prst="rect">
            <a:avLst/>
          </a:prstGeom>
        </p:spPr>
      </p:pic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1216A147-8B77-F78B-4970-52A30115C8B8}"/>
              </a:ext>
            </a:extLst>
          </p:cNvPr>
          <p:cNvSpPr/>
          <p:nvPr/>
        </p:nvSpPr>
        <p:spPr>
          <a:xfrm>
            <a:off x="3051720" y="3790225"/>
            <a:ext cx="8815824" cy="2731670"/>
          </a:xfrm>
          <a:prstGeom prst="rect">
            <a:avLst/>
          </a:prstGeom>
          <a:solidFill>
            <a:srgbClr val="D3F7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6" name="Рукописный ввод 135">
                <a:extLst>
                  <a:ext uri="{FF2B5EF4-FFF2-40B4-BE49-F238E27FC236}">
                    <a16:creationId xmlns:a16="http://schemas.microsoft.com/office/drawing/2014/main" id="{F89CE71D-9242-97A8-2895-9467034AFDCD}"/>
                  </a:ext>
                </a:extLst>
              </p14:cNvPr>
              <p14:cNvContentPartPr/>
              <p14:nvPr/>
            </p14:nvContentPartPr>
            <p14:xfrm>
              <a:off x="4247784" y="237096"/>
              <a:ext cx="226080" cy="253440"/>
            </p14:xfrm>
          </p:contentPart>
        </mc:Choice>
        <mc:Fallback>
          <p:pic>
            <p:nvPicPr>
              <p:cNvPr id="136" name="Рукописный ввод 135">
                <a:extLst>
                  <a:ext uri="{FF2B5EF4-FFF2-40B4-BE49-F238E27FC236}">
                    <a16:creationId xmlns:a16="http://schemas.microsoft.com/office/drawing/2014/main" id="{F89CE71D-9242-97A8-2895-9467034AFDC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238784" y="228456"/>
                <a:ext cx="2437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38" name="Рукописный ввод 137">
                <a:extLst>
                  <a:ext uri="{FF2B5EF4-FFF2-40B4-BE49-F238E27FC236}">
                    <a16:creationId xmlns:a16="http://schemas.microsoft.com/office/drawing/2014/main" id="{69D1A056-F3EB-E6C4-4A88-5DFC51EBD36B}"/>
                  </a:ext>
                </a:extLst>
              </p14:cNvPr>
              <p14:cNvContentPartPr/>
              <p14:nvPr/>
            </p14:nvContentPartPr>
            <p14:xfrm rot="2160121">
              <a:off x="4578625" y="296330"/>
              <a:ext cx="242998" cy="210572"/>
            </p14:xfrm>
          </p:contentPart>
        </mc:Choice>
        <mc:Fallback>
          <p:pic>
            <p:nvPicPr>
              <p:cNvPr id="138" name="Рукописный ввод 137">
                <a:extLst>
                  <a:ext uri="{FF2B5EF4-FFF2-40B4-BE49-F238E27FC236}">
                    <a16:creationId xmlns:a16="http://schemas.microsoft.com/office/drawing/2014/main" id="{69D1A056-F3EB-E6C4-4A88-5DFC51EBD36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 rot="2160121">
                <a:off x="4569625" y="287331"/>
                <a:ext cx="260638" cy="228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39" name="Рукописный ввод 138">
                <a:extLst>
                  <a:ext uri="{FF2B5EF4-FFF2-40B4-BE49-F238E27FC236}">
                    <a16:creationId xmlns:a16="http://schemas.microsoft.com/office/drawing/2014/main" id="{87ED1E81-91C5-D0EE-2A55-74CC9E5EC4CB}"/>
                  </a:ext>
                </a:extLst>
              </p14:cNvPr>
              <p14:cNvContentPartPr/>
              <p14:nvPr/>
            </p14:nvContentPartPr>
            <p14:xfrm>
              <a:off x="4800384" y="429336"/>
              <a:ext cx="64440" cy="63360"/>
            </p14:xfrm>
          </p:contentPart>
        </mc:Choice>
        <mc:Fallback>
          <p:pic>
            <p:nvPicPr>
              <p:cNvPr id="139" name="Рукописный ввод 138">
                <a:extLst>
                  <a:ext uri="{FF2B5EF4-FFF2-40B4-BE49-F238E27FC236}">
                    <a16:creationId xmlns:a16="http://schemas.microsoft.com/office/drawing/2014/main" id="{87ED1E81-91C5-D0EE-2A55-74CC9E5EC4C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791744" y="420696"/>
                <a:ext cx="820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40" name="Рукописный ввод 139">
                <a:extLst>
                  <a:ext uri="{FF2B5EF4-FFF2-40B4-BE49-F238E27FC236}">
                    <a16:creationId xmlns:a16="http://schemas.microsoft.com/office/drawing/2014/main" id="{0226067E-0B80-5096-3487-D873F55C3D22}"/>
                  </a:ext>
                </a:extLst>
              </p14:cNvPr>
              <p14:cNvContentPartPr/>
              <p14:nvPr/>
            </p14:nvContentPartPr>
            <p14:xfrm>
              <a:off x="5018544" y="237816"/>
              <a:ext cx="211320" cy="240120"/>
            </p14:xfrm>
          </p:contentPart>
        </mc:Choice>
        <mc:Fallback>
          <p:pic>
            <p:nvPicPr>
              <p:cNvPr id="140" name="Рукописный ввод 139">
                <a:extLst>
                  <a:ext uri="{FF2B5EF4-FFF2-40B4-BE49-F238E27FC236}">
                    <a16:creationId xmlns:a16="http://schemas.microsoft.com/office/drawing/2014/main" id="{0226067E-0B80-5096-3487-D873F55C3D2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009544" y="229176"/>
                <a:ext cx="2289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1" name="Рукописный ввод 140">
                <a:extLst>
                  <a:ext uri="{FF2B5EF4-FFF2-40B4-BE49-F238E27FC236}">
                    <a16:creationId xmlns:a16="http://schemas.microsoft.com/office/drawing/2014/main" id="{B385BE79-9D1A-3550-439B-1BCDF1D5B922}"/>
                  </a:ext>
                </a:extLst>
              </p14:cNvPr>
              <p14:cNvContentPartPr/>
              <p14:nvPr/>
            </p14:nvContentPartPr>
            <p14:xfrm>
              <a:off x="5623344" y="206856"/>
              <a:ext cx="160200" cy="315000"/>
            </p14:xfrm>
          </p:contentPart>
        </mc:Choice>
        <mc:Fallback>
          <p:pic>
            <p:nvPicPr>
              <p:cNvPr id="141" name="Рукописный ввод 140">
                <a:extLst>
                  <a:ext uri="{FF2B5EF4-FFF2-40B4-BE49-F238E27FC236}">
                    <a16:creationId xmlns:a16="http://schemas.microsoft.com/office/drawing/2014/main" id="{B385BE79-9D1A-3550-439B-1BCDF1D5B92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14704" y="197856"/>
                <a:ext cx="17784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42" name="Рукописный ввод 141">
                <a:extLst>
                  <a:ext uri="{FF2B5EF4-FFF2-40B4-BE49-F238E27FC236}">
                    <a16:creationId xmlns:a16="http://schemas.microsoft.com/office/drawing/2014/main" id="{F0780EFB-CB2F-D5DF-58F2-0EBA8A250102}"/>
                  </a:ext>
                </a:extLst>
              </p14:cNvPr>
              <p14:cNvContentPartPr/>
              <p14:nvPr/>
            </p14:nvContentPartPr>
            <p14:xfrm>
              <a:off x="12371544" y="2605896"/>
              <a:ext cx="360" cy="360"/>
            </p14:xfrm>
          </p:contentPart>
        </mc:Choice>
        <mc:Fallback>
          <p:pic>
            <p:nvPicPr>
              <p:cNvPr id="142" name="Рукописный ввод 141">
                <a:extLst>
                  <a:ext uri="{FF2B5EF4-FFF2-40B4-BE49-F238E27FC236}">
                    <a16:creationId xmlns:a16="http://schemas.microsoft.com/office/drawing/2014/main" id="{F0780EFB-CB2F-D5DF-58F2-0EBA8A25010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2362904" y="25972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44" name="Рукописный ввод 143">
                <a:extLst>
                  <a:ext uri="{FF2B5EF4-FFF2-40B4-BE49-F238E27FC236}">
                    <a16:creationId xmlns:a16="http://schemas.microsoft.com/office/drawing/2014/main" id="{28BE71A5-F33E-C2A0-4EC3-62715BAA1EB3}"/>
                  </a:ext>
                </a:extLst>
              </p14:cNvPr>
              <p14:cNvContentPartPr/>
              <p14:nvPr/>
            </p14:nvContentPartPr>
            <p14:xfrm>
              <a:off x="923184" y="1179216"/>
              <a:ext cx="1564560" cy="720"/>
            </p14:xfrm>
          </p:contentPart>
        </mc:Choice>
        <mc:Fallback>
          <p:pic>
            <p:nvPicPr>
              <p:cNvPr id="144" name="Рукописный ввод 143">
                <a:extLst>
                  <a:ext uri="{FF2B5EF4-FFF2-40B4-BE49-F238E27FC236}">
                    <a16:creationId xmlns:a16="http://schemas.microsoft.com/office/drawing/2014/main" id="{28BE71A5-F33E-C2A0-4EC3-62715BAA1EB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14184" y="1161216"/>
                <a:ext cx="1582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45" name="Рукописный ввод 144">
                <a:extLst>
                  <a:ext uri="{FF2B5EF4-FFF2-40B4-BE49-F238E27FC236}">
                    <a16:creationId xmlns:a16="http://schemas.microsoft.com/office/drawing/2014/main" id="{BCF6530E-B1EA-92D7-B865-24547CA1F85B}"/>
                  </a:ext>
                </a:extLst>
              </p14:cNvPr>
              <p14:cNvContentPartPr/>
              <p14:nvPr/>
            </p14:nvContentPartPr>
            <p14:xfrm>
              <a:off x="1282824" y="1091016"/>
              <a:ext cx="24840" cy="61560"/>
            </p14:xfrm>
          </p:contentPart>
        </mc:Choice>
        <mc:Fallback>
          <p:pic>
            <p:nvPicPr>
              <p:cNvPr id="145" name="Рукописный ввод 144">
                <a:extLst>
                  <a:ext uri="{FF2B5EF4-FFF2-40B4-BE49-F238E27FC236}">
                    <a16:creationId xmlns:a16="http://schemas.microsoft.com/office/drawing/2014/main" id="{BCF6530E-B1EA-92D7-B865-24547CA1F85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274184" y="1082016"/>
                <a:ext cx="424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46" name="Рукописный ввод 145">
                <a:extLst>
                  <a:ext uri="{FF2B5EF4-FFF2-40B4-BE49-F238E27FC236}">
                    <a16:creationId xmlns:a16="http://schemas.microsoft.com/office/drawing/2014/main" id="{1990C5F2-FEF1-ED7E-F0FC-0CCA7F58E56B}"/>
                  </a:ext>
                </a:extLst>
              </p14:cNvPr>
              <p14:cNvContentPartPr/>
              <p14:nvPr/>
            </p14:nvContentPartPr>
            <p14:xfrm>
              <a:off x="1563624" y="1562256"/>
              <a:ext cx="18360" cy="26280"/>
            </p14:xfrm>
          </p:contentPart>
        </mc:Choice>
        <mc:Fallback>
          <p:pic>
            <p:nvPicPr>
              <p:cNvPr id="146" name="Рукописный ввод 145">
                <a:extLst>
                  <a:ext uri="{FF2B5EF4-FFF2-40B4-BE49-F238E27FC236}">
                    <a16:creationId xmlns:a16="http://schemas.microsoft.com/office/drawing/2014/main" id="{1990C5F2-FEF1-ED7E-F0FC-0CCA7F58E56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554984" y="1553256"/>
                <a:ext cx="360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47" name="Рукописный ввод 146">
                <a:extLst>
                  <a:ext uri="{FF2B5EF4-FFF2-40B4-BE49-F238E27FC236}">
                    <a16:creationId xmlns:a16="http://schemas.microsoft.com/office/drawing/2014/main" id="{E89255C7-8834-21FA-0D5C-DEAB40505ED8}"/>
                  </a:ext>
                </a:extLst>
              </p14:cNvPr>
              <p14:cNvContentPartPr/>
              <p14:nvPr/>
            </p14:nvContentPartPr>
            <p14:xfrm>
              <a:off x="2093904" y="2195856"/>
              <a:ext cx="360" cy="61200"/>
            </p14:xfrm>
          </p:contentPart>
        </mc:Choice>
        <mc:Fallback>
          <p:pic>
            <p:nvPicPr>
              <p:cNvPr id="147" name="Рукописный ввод 146">
                <a:extLst>
                  <a:ext uri="{FF2B5EF4-FFF2-40B4-BE49-F238E27FC236}">
                    <a16:creationId xmlns:a16="http://schemas.microsoft.com/office/drawing/2014/main" id="{E89255C7-8834-21FA-0D5C-DEAB40505ED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084904" y="2186856"/>
                <a:ext cx="180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48" name="Рукописный ввод 147">
                <a:extLst>
                  <a:ext uri="{FF2B5EF4-FFF2-40B4-BE49-F238E27FC236}">
                    <a16:creationId xmlns:a16="http://schemas.microsoft.com/office/drawing/2014/main" id="{E7F5B00E-1684-087D-51C9-FA0D1E95E09D}"/>
                  </a:ext>
                </a:extLst>
              </p14:cNvPr>
              <p14:cNvContentPartPr/>
              <p14:nvPr/>
            </p14:nvContentPartPr>
            <p14:xfrm>
              <a:off x="1252584" y="2934936"/>
              <a:ext cx="360" cy="83520"/>
            </p14:xfrm>
          </p:contentPart>
        </mc:Choice>
        <mc:Fallback>
          <p:pic>
            <p:nvPicPr>
              <p:cNvPr id="148" name="Рукописный ввод 147">
                <a:extLst>
                  <a:ext uri="{FF2B5EF4-FFF2-40B4-BE49-F238E27FC236}">
                    <a16:creationId xmlns:a16="http://schemas.microsoft.com/office/drawing/2014/main" id="{E7F5B00E-1684-087D-51C9-FA0D1E95E09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243944" y="2926296"/>
                <a:ext cx="18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49" name="Рукописный ввод 148">
                <a:extLst>
                  <a:ext uri="{FF2B5EF4-FFF2-40B4-BE49-F238E27FC236}">
                    <a16:creationId xmlns:a16="http://schemas.microsoft.com/office/drawing/2014/main" id="{B0D87665-1CD3-0A2D-9849-02C1A56E5760}"/>
                  </a:ext>
                </a:extLst>
              </p14:cNvPr>
              <p14:cNvContentPartPr/>
              <p14:nvPr/>
            </p14:nvContentPartPr>
            <p14:xfrm>
              <a:off x="4394304" y="2126016"/>
              <a:ext cx="3960" cy="77760"/>
            </p14:xfrm>
          </p:contentPart>
        </mc:Choice>
        <mc:Fallback>
          <p:pic>
            <p:nvPicPr>
              <p:cNvPr id="149" name="Рукописный ввод 148">
                <a:extLst>
                  <a:ext uri="{FF2B5EF4-FFF2-40B4-BE49-F238E27FC236}">
                    <a16:creationId xmlns:a16="http://schemas.microsoft.com/office/drawing/2014/main" id="{B0D87665-1CD3-0A2D-9849-02C1A56E576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385664" y="2117376"/>
                <a:ext cx="2160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Группа 151">
            <a:extLst>
              <a:ext uri="{FF2B5EF4-FFF2-40B4-BE49-F238E27FC236}">
                <a16:creationId xmlns:a16="http://schemas.microsoft.com/office/drawing/2014/main" id="{8E4E4292-4CBD-D98C-1527-5F085D5AD15F}"/>
              </a:ext>
            </a:extLst>
          </p:cNvPr>
          <p:cNvGrpSpPr/>
          <p:nvPr/>
        </p:nvGrpSpPr>
        <p:grpSpPr>
          <a:xfrm>
            <a:off x="4352184" y="3056616"/>
            <a:ext cx="1618920" cy="91080"/>
            <a:chOff x="4352184" y="3056616"/>
            <a:chExt cx="161892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0" name="Рукописный ввод 149">
                  <a:extLst>
                    <a:ext uri="{FF2B5EF4-FFF2-40B4-BE49-F238E27FC236}">
                      <a16:creationId xmlns:a16="http://schemas.microsoft.com/office/drawing/2014/main" id="{16E0E44B-3D5D-7AAC-F172-B4B994563E74}"/>
                    </a:ext>
                  </a:extLst>
                </p14:cNvPr>
                <p14:cNvContentPartPr/>
                <p14:nvPr/>
              </p14:nvContentPartPr>
              <p14:xfrm>
                <a:off x="4352184" y="3079296"/>
                <a:ext cx="1618920" cy="68400"/>
              </p14:xfrm>
            </p:contentPart>
          </mc:Choice>
          <mc:Fallback>
            <p:pic>
              <p:nvPicPr>
                <p:cNvPr id="150" name="Рукописный ввод 149">
                  <a:extLst>
                    <a:ext uri="{FF2B5EF4-FFF2-40B4-BE49-F238E27FC236}">
                      <a16:creationId xmlns:a16="http://schemas.microsoft.com/office/drawing/2014/main" id="{16E0E44B-3D5D-7AAC-F172-B4B994563E7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343544" y="3070656"/>
                  <a:ext cx="1636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1" name="Рукописный ввод 150">
                  <a:extLst>
                    <a:ext uri="{FF2B5EF4-FFF2-40B4-BE49-F238E27FC236}">
                      <a16:creationId xmlns:a16="http://schemas.microsoft.com/office/drawing/2014/main" id="{B3DD45A8-36E0-0BE3-EB4F-370DAB86BA2F}"/>
                    </a:ext>
                  </a:extLst>
                </p14:cNvPr>
                <p14:cNvContentPartPr/>
                <p14:nvPr/>
              </p14:nvContentPartPr>
              <p14:xfrm>
                <a:off x="4562784" y="3056616"/>
                <a:ext cx="360" cy="43200"/>
              </p14:xfrm>
            </p:contentPart>
          </mc:Choice>
          <mc:Fallback>
            <p:pic>
              <p:nvPicPr>
                <p:cNvPr id="151" name="Рукописный ввод 150">
                  <a:extLst>
                    <a:ext uri="{FF2B5EF4-FFF2-40B4-BE49-F238E27FC236}">
                      <a16:creationId xmlns:a16="http://schemas.microsoft.com/office/drawing/2014/main" id="{B3DD45A8-36E0-0BE3-EB4F-370DAB86BA2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53784" y="3047616"/>
                  <a:ext cx="1800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4" name="Рукописный ввод 153">
                <a:extLst>
                  <a:ext uri="{FF2B5EF4-FFF2-40B4-BE49-F238E27FC236}">
                    <a16:creationId xmlns:a16="http://schemas.microsoft.com/office/drawing/2014/main" id="{FD025569-0BA9-CFDB-AB2E-35005D360256}"/>
                  </a:ext>
                </a:extLst>
              </p14:cNvPr>
              <p14:cNvContentPartPr/>
              <p14:nvPr/>
            </p14:nvContentPartPr>
            <p14:xfrm>
              <a:off x="3086424" y="3435336"/>
              <a:ext cx="93960" cy="277560"/>
            </p14:xfrm>
          </p:contentPart>
        </mc:Choice>
        <mc:Fallback>
          <p:pic>
            <p:nvPicPr>
              <p:cNvPr id="154" name="Рукописный ввод 153">
                <a:extLst>
                  <a:ext uri="{FF2B5EF4-FFF2-40B4-BE49-F238E27FC236}">
                    <a16:creationId xmlns:a16="http://schemas.microsoft.com/office/drawing/2014/main" id="{FD025569-0BA9-CFDB-AB2E-35005D36025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077424" y="3426336"/>
                <a:ext cx="111600" cy="29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Группа 173">
            <a:extLst>
              <a:ext uri="{FF2B5EF4-FFF2-40B4-BE49-F238E27FC236}">
                <a16:creationId xmlns:a16="http://schemas.microsoft.com/office/drawing/2014/main" id="{709F3F04-F4F5-C1D2-5F48-6EFBA85388D8}"/>
              </a:ext>
            </a:extLst>
          </p:cNvPr>
          <p:cNvGrpSpPr/>
          <p:nvPr/>
        </p:nvGrpSpPr>
        <p:grpSpPr>
          <a:xfrm>
            <a:off x="3091464" y="3483216"/>
            <a:ext cx="1968480" cy="285120"/>
            <a:chOff x="3091464" y="3483216"/>
            <a:chExt cx="196848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5" name="Рукописный ввод 154">
                  <a:extLst>
                    <a:ext uri="{FF2B5EF4-FFF2-40B4-BE49-F238E27FC236}">
                      <a16:creationId xmlns:a16="http://schemas.microsoft.com/office/drawing/2014/main" id="{CBA0AF62-73E1-02A8-605B-AC67047A290D}"/>
                    </a:ext>
                  </a:extLst>
                </p14:cNvPr>
                <p14:cNvContentPartPr/>
                <p14:nvPr/>
              </p14:nvContentPartPr>
              <p14:xfrm>
                <a:off x="3091464" y="3575016"/>
                <a:ext cx="157680" cy="138600"/>
              </p14:xfrm>
            </p:contentPart>
          </mc:Choice>
          <mc:Fallback>
            <p:pic>
              <p:nvPicPr>
                <p:cNvPr id="155" name="Рукописный ввод 154">
                  <a:extLst>
                    <a:ext uri="{FF2B5EF4-FFF2-40B4-BE49-F238E27FC236}">
                      <a16:creationId xmlns:a16="http://schemas.microsoft.com/office/drawing/2014/main" id="{CBA0AF62-73E1-02A8-605B-AC67047A29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82464" y="3566016"/>
                  <a:ext cx="175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6" name="Рукописный ввод 155">
                  <a:extLst>
                    <a:ext uri="{FF2B5EF4-FFF2-40B4-BE49-F238E27FC236}">
                      <a16:creationId xmlns:a16="http://schemas.microsoft.com/office/drawing/2014/main" id="{86764C6C-0728-8CB6-1B81-A0E771F9A4BB}"/>
                    </a:ext>
                  </a:extLst>
                </p14:cNvPr>
                <p14:cNvContentPartPr/>
                <p14:nvPr/>
              </p14:nvContentPartPr>
              <p14:xfrm>
                <a:off x="3300624" y="3584376"/>
                <a:ext cx="95040" cy="150480"/>
              </p14:xfrm>
            </p:contentPart>
          </mc:Choice>
          <mc:Fallback>
            <p:pic>
              <p:nvPicPr>
                <p:cNvPr id="156" name="Рукописный ввод 155">
                  <a:extLst>
                    <a:ext uri="{FF2B5EF4-FFF2-40B4-BE49-F238E27FC236}">
                      <a16:creationId xmlns:a16="http://schemas.microsoft.com/office/drawing/2014/main" id="{86764C6C-0728-8CB6-1B81-A0E771F9A4B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91984" y="3575736"/>
                  <a:ext cx="112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8" name="Рукописный ввод 157">
                  <a:extLst>
                    <a:ext uri="{FF2B5EF4-FFF2-40B4-BE49-F238E27FC236}">
                      <a16:creationId xmlns:a16="http://schemas.microsoft.com/office/drawing/2014/main" id="{95F34658-E25E-B8F9-7334-B5974C3F0ED5}"/>
                    </a:ext>
                  </a:extLst>
                </p14:cNvPr>
                <p14:cNvContentPartPr/>
                <p14:nvPr/>
              </p14:nvContentPartPr>
              <p14:xfrm>
                <a:off x="3456144" y="3620736"/>
                <a:ext cx="9720" cy="109080"/>
              </p14:xfrm>
            </p:contentPart>
          </mc:Choice>
          <mc:Fallback>
            <p:pic>
              <p:nvPicPr>
                <p:cNvPr id="158" name="Рукописный ввод 157">
                  <a:extLst>
                    <a:ext uri="{FF2B5EF4-FFF2-40B4-BE49-F238E27FC236}">
                      <a16:creationId xmlns:a16="http://schemas.microsoft.com/office/drawing/2014/main" id="{95F34658-E25E-B8F9-7334-B5974C3F0ED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447504" y="3611736"/>
                  <a:ext cx="27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0" name="Рукописный ввод 159">
                  <a:extLst>
                    <a:ext uri="{FF2B5EF4-FFF2-40B4-BE49-F238E27FC236}">
                      <a16:creationId xmlns:a16="http://schemas.microsoft.com/office/drawing/2014/main" id="{388639BC-9BFE-5FD9-39FA-B8566802C5C9}"/>
                    </a:ext>
                  </a:extLst>
                </p14:cNvPr>
                <p14:cNvContentPartPr/>
                <p14:nvPr/>
              </p14:nvContentPartPr>
              <p14:xfrm>
                <a:off x="3519504" y="3483216"/>
                <a:ext cx="220320" cy="285120"/>
              </p14:xfrm>
            </p:contentPart>
          </mc:Choice>
          <mc:Fallback>
            <p:pic>
              <p:nvPicPr>
                <p:cNvPr id="160" name="Рукописный ввод 159">
                  <a:extLst>
                    <a:ext uri="{FF2B5EF4-FFF2-40B4-BE49-F238E27FC236}">
                      <a16:creationId xmlns:a16="http://schemas.microsoft.com/office/drawing/2014/main" id="{388639BC-9BFE-5FD9-39FA-B8566802C5C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10504" y="3474576"/>
                  <a:ext cx="23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2" name="Рукописный ввод 161">
                  <a:extLst>
                    <a:ext uri="{FF2B5EF4-FFF2-40B4-BE49-F238E27FC236}">
                      <a16:creationId xmlns:a16="http://schemas.microsoft.com/office/drawing/2014/main" id="{B3774130-5D66-B129-9915-25FAB114F1E4}"/>
                    </a:ext>
                  </a:extLst>
                </p14:cNvPr>
                <p14:cNvContentPartPr/>
                <p14:nvPr/>
              </p14:nvContentPartPr>
              <p14:xfrm>
                <a:off x="3757824" y="3566376"/>
                <a:ext cx="84960" cy="198720"/>
              </p14:xfrm>
            </p:contentPart>
          </mc:Choice>
          <mc:Fallback>
            <p:pic>
              <p:nvPicPr>
                <p:cNvPr id="162" name="Рукописный ввод 161">
                  <a:extLst>
                    <a:ext uri="{FF2B5EF4-FFF2-40B4-BE49-F238E27FC236}">
                      <a16:creationId xmlns:a16="http://schemas.microsoft.com/office/drawing/2014/main" id="{B3774130-5D66-B129-9915-25FAB114F1E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49184" y="3557736"/>
                  <a:ext cx="102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4" name="Рукописный ввод 163">
                  <a:extLst>
                    <a:ext uri="{FF2B5EF4-FFF2-40B4-BE49-F238E27FC236}">
                      <a16:creationId xmlns:a16="http://schemas.microsoft.com/office/drawing/2014/main" id="{C017A774-62EA-AC4C-235F-DE1F58EAFD2D}"/>
                    </a:ext>
                  </a:extLst>
                </p14:cNvPr>
                <p14:cNvContentPartPr/>
                <p14:nvPr/>
              </p14:nvContentPartPr>
              <p14:xfrm>
                <a:off x="3920904" y="3574296"/>
                <a:ext cx="202680" cy="192600"/>
              </p14:xfrm>
            </p:contentPart>
          </mc:Choice>
          <mc:Fallback>
            <p:pic>
              <p:nvPicPr>
                <p:cNvPr id="164" name="Рукописный ввод 163">
                  <a:extLst>
                    <a:ext uri="{FF2B5EF4-FFF2-40B4-BE49-F238E27FC236}">
                      <a16:creationId xmlns:a16="http://schemas.microsoft.com/office/drawing/2014/main" id="{C017A774-62EA-AC4C-235F-DE1F58EAFD2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11904" y="3565656"/>
                  <a:ext cx="220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5" name="Рукописный ввод 164">
                  <a:extLst>
                    <a:ext uri="{FF2B5EF4-FFF2-40B4-BE49-F238E27FC236}">
                      <a16:creationId xmlns:a16="http://schemas.microsoft.com/office/drawing/2014/main" id="{437D318E-DF52-114D-CA50-EE4766EC8679}"/>
                    </a:ext>
                  </a:extLst>
                </p14:cNvPr>
                <p14:cNvContentPartPr/>
                <p14:nvPr/>
              </p14:nvContentPartPr>
              <p14:xfrm>
                <a:off x="4224384" y="3586536"/>
                <a:ext cx="136080" cy="136080"/>
              </p14:xfrm>
            </p:contentPart>
          </mc:Choice>
          <mc:Fallback>
            <p:pic>
              <p:nvPicPr>
                <p:cNvPr id="165" name="Рукописный ввод 164">
                  <a:extLst>
                    <a:ext uri="{FF2B5EF4-FFF2-40B4-BE49-F238E27FC236}">
                      <a16:creationId xmlns:a16="http://schemas.microsoft.com/office/drawing/2014/main" id="{437D318E-DF52-114D-CA50-EE4766EC867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15744" y="3577896"/>
                  <a:ext cx="153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7" name="Рукописный ввод 166">
                  <a:extLst>
                    <a:ext uri="{FF2B5EF4-FFF2-40B4-BE49-F238E27FC236}">
                      <a16:creationId xmlns:a16="http://schemas.microsoft.com/office/drawing/2014/main" id="{8DC1C848-E563-F40B-8CCB-8B25DD009B14}"/>
                    </a:ext>
                  </a:extLst>
                </p14:cNvPr>
                <p14:cNvContentPartPr/>
                <p14:nvPr/>
              </p14:nvContentPartPr>
              <p14:xfrm>
                <a:off x="4425624" y="3593376"/>
                <a:ext cx="127080" cy="127440"/>
              </p14:xfrm>
            </p:contentPart>
          </mc:Choice>
          <mc:Fallback>
            <p:pic>
              <p:nvPicPr>
                <p:cNvPr id="167" name="Рукописный ввод 166">
                  <a:extLst>
                    <a:ext uri="{FF2B5EF4-FFF2-40B4-BE49-F238E27FC236}">
                      <a16:creationId xmlns:a16="http://schemas.microsoft.com/office/drawing/2014/main" id="{8DC1C848-E563-F40B-8CCB-8B25DD009B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16624" y="3584736"/>
                  <a:ext cx="144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9" name="Рукописный ввод 168">
                  <a:extLst>
                    <a:ext uri="{FF2B5EF4-FFF2-40B4-BE49-F238E27FC236}">
                      <a16:creationId xmlns:a16="http://schemas.microsoft.com/office/drawing/2014/main" id="{1602AD47-25AE-1184-1E43-5B0310E83E73}"/>
                    </a:ext>
                  </a:extLst>
                </p14:cNvPr>
                <p14:cNvContentPartPr/>
                <p14:nvPr/>
              </p14:nvContentPartPr>
              <p14:xfrm>
                <a:off x="4672224" y="3584376"/>
                <a:ext cx="111960" cy="157320"/>
              </p14:xfrm>
            </p:contentPart>
          </mc:Choice>
          <mc:Fallback>
            <p:pic>
              <p:nvPicPr>
                <p:cNvPr id="169" name="Рукописный ввод 168">
                  <a:extLst>
                    <a:ext uri="{FF2B5EF4-FFF2-40B4-BE49-F238E27FC236}">
                      <a16:creationId xmlns:a16="http://schemas.microsoft.com/office/drawing/2014/main" id="{1602AD47-25AE-1184-1E43-5B0310E83E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63224" y="3575736"/>
                  <a:ext cx="129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0" name="Рукописный ввод 169">
                  <a:extLst>
                    <a:ext uri="{FF2B5EF4-FFF2-40B4-BE49-F238E27FC236}">
                      <a16:creationId xmlns:a16="http://schemas.microsoft.com/office/drawing/2014/main" id="{A1C83B23-4A97-DA89-2216-99C4696833B4}"/>
                    </a:ext>
                  </a:extLst>
                </p14:cNvPr>
                <p14:cNvContentPartPr/>
                <p14:nvPr/>
              </p14:nvContentPartPr>
              <p14:xfrm>
                <a:off x="4855104" y="3602736"/>
                <a:ext cx="9720" cy="136080"/>
              </p14:xfrm>
            </p:contentPart>
          </mc:Choice>
          <mc:Fallback>
            <p:pic>
              <p:nvPicPr>
                <p:cNvPr id="170" name="Рукописный ввод 169">
                  <a:extLst>
                    <a:ext uri="{FF2B5EF4-FFF2-40B4-BE49-F238E27FC236}">
                      <a16:creationId xmlns:a16="http://schemas.microsoft.com/office/drawing/2014/main" id="{A1C83B23-4A97-DA89-2216-99C4696833B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46464" y="3593736"/>
                  <a:ext cx="27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2" name="Рукописный ввод 171">
                  <a:extLst>
                    <a:ext uri="{FF2B5EF4-FFF2-40B4-BE49-F238E27FC236}">
                      <a16:creationId xmlns:a16="http://schemas.microsoft.com/office/drawing/2014/main" id="{1E16C43A-8864-F2EE-BB07-B6B90458D53D}"/>
                    </a:ext>
                  </a:extLst>
                </p14:cNvPr>
                <p14:cNvContentPartPr/>
                <p14:nvPr/>
              </p14:nvContentPartPr>
              <p14:xfrm>
                <a:off x="4946544" y="3596256"/>
                <a:ext cx="113400" cy="150480"/>
              </p14:xfrm>
            </p:contentPart>
          </mc:Choice>
          <mc:Fallback>
            <p:pic>
              <p:nvPicPr>
                <p:cNvPr id="172" name="Рукописный ввод 171">
                  <a:extLst>
                    <a:ext uri="{FF2B5EF4-FFF2-40B4-BE49-F238E27FC236}">
                      <a16:creationId xmlns:a16="http://schemas.microsoft.com/office/drawing/2014/main" id="{1E16C43A-8864-F2EE-BB07-B6B90458D53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937544" y="3587616"/>
                  <a:ext cx="131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3" name="Рукописный ввод 172">
                  <a:extLst>
                    <a:ext uri="{FF2B5EF4-FFF2-40B4-BE49-F238E27FC236}">
                      <a16:creationId xmlns:a16="http://schemas.microsoft.com/office/drawing/2014/main" id="{79F8AF73-3846-DBD8-12A3-FE754F83547E}"/>
                    </a:ext>
                  </a:extLst>
                </p14:cNvPr>
                <p14:cNvContentPartPr/>
                <p14:nvPr/>
              </p14:nvContentPartPr>
              <p14:xfrm>
                <a:off x="4937904" y="3529296"/>
                <a:ext cx="77400" cy="13320"/>
              </p14:xfrm>
            </p:contentPart>
          </mc:Choice>
          <mc:Fallback>
            <p:pic>
              <p:nvPicPr>
                <p:cNvPr id="173" name="Рукописный ввод 172">
                  <a:extLst>
                    <a:ext uri="{FF2B5EF4-FFF2-40B4-BE49-F238E27FC236}">
                      <a16:creationId xmlns:a16="http://schemas.microsoft.com/office/drawing/2014/main" id="{79F8AF73-3846-DBD8-12A3-FE754F83547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28904" y="3520656"/>
                  <a:ext cx="950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F1A857E3-73E1-1340-44ED-9CFC4AFA65DA}"/>
              </a:ext>
            </a:extLst>
          </p:cNvPr>
          <p:cNvGrpSpPr/>
          <p:nvPr/>
        </p:nvGrpSpPr>
        <p:grpSpPr>
          <a:xfrm>
            <a:off x="5504544" y="3602736"/>
            <a:ext cx="532440" cy="175320"/>
            <a:chOff x="5504544" y="3602736"/>
            <a:chExt cx="53244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5" name="Рукописный ввод 174">
                  <a:extLst>
                    <a:ext uri="{FF2B5EF4-FFF2-40B4-BE49-F238E27FC236}">
                      <a16:creationId xmlns:a16="http://schemas.microsoft.com/office/drawing/2014/main" id="{40EBA738-7E57-333B-29AC-35F16183541E}"/>
                    </a:ext>
                  </a:extLst>
                </p14:cNvPr>
                <p14:cNvContentPartPr/>
                <p14:nvPr/>
              </p14:nvContentPartPr>
              <p14:xfrm>
                <a:off x="5504544" y="3602736"/>
                <a:ext cx="242640" cy="156960"/>
              </p14:xfrm>
            </p:contentPart>
          </mc:Choice>
          <mc:Fallback>
            <p:pic>
              <p:nvPicPr>
                <p:cNvPr id="175" name="Рукописный ввод 174">
                  <a:extLst>
                    <a:ext uri="{FF2B5EF4-FFF2-40B4-BE49-F238E27FC236}">
                      <a16:creationId xmlns:a16="http://schemas.microsoft.com/office/drawing/2014/main" id="{40EBA738-7E57-333B-29AC-35F1618354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95544" y="3593736"/>
                  <a:ext cx="260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6" name="Рукописный ввод 175">
                  <a:extLst>
                    <a:ext uri="{FF2B5EF4-FFF2-40B4-BE49-F238E27FC236}">
                      <a16:creationId xmlns:a16="http://schemas.microsoft.com/office/drawing/2014/main" id="{EFB70EB7-E440-1B12-797A-AE467FECF4B9}"/>
                    </a:ext>
                  </a:extLst>
                </p14:cNvPr>
                <p14:cNvContentPartPr/>
                <p14:nvPr/>
              </p14:nvContentPartPr>
              <p14:xfrm>
                <a:off x="5760144" y="3721176"/>
                <a:ext cx="9720" cy="35280"/>
              </p14:xfrm>
            </p:contentPart>
          </mc:Choice>
          <mc:Fallback>
            <p:pic>
              <p:nvPicPr>
                <p:cNvPr id="176" name="Рукописный ввод 175">
                  <a:extLst>
                    <a:ext uri="{FF2B5EF4-FFF2-40B4-BE49-F238E27FC236}">
                      <a16:creationId xmlns:a16="http://schemas.microsoft.com/office/drawing/2014/main" id="{EFB70EB7-E440-1B12-797A-AE467FECF4B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51504" y="3712536"/>
                  <a:ext cx="27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8" name="Рукописный ввод 177">
                  <a:extLst>
                    <a:ext uri="{FF2B5EF4-FFF2-40B4-BE49-F238E27FC236}">
                      <a16:creationId xmlns:a16="http://schemas.microsoft.com/office/drawing/2014/main" id="{91B5620C-F744-220E-A698-A3A7271F5E35}"/>
                    </a:ext>
                  </a:extLst>
                </p14:cNvPr>
                <p14:cNvContentPartPr/>
                <p14:nvPr/>
              </p14:nvContentPartPr>
              <p14:xfrm>
                <a:off x="5833224" y="3602736"/>
                <a:ext cx="203760" cy="175320"/>
              </p14:xfrm>
            </p:contentPart>
          </mc:Choice>
          <mc:Fallback>
            <p:pic>
              <p:nvPicPr>
                <p:cNvPr id="178" name="Рукописный ввод 177">
                  <a:extLst>
                    <a:ext uri="{FF2B5EF4-FFF2-40B4-BE49-F238E27FC236}">
                      <a16:creationId xmlns:a16="http://schemas.microsoft.com/office/drawing/2014/main" id="{91B5620C-F744-220E-A698-A3A7271F5E3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824224" y="3593736"/>
                  <a:ext cx="22140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79" name="Рукописный ввод 178">
                <a:extLst>
                  <a:ext uri="{FF2B5EF4-FFF2-40B4-BE49-F238E27FC236}">
                    <a16:creationId xmlns:a16="http://schemas.microsoft.com/office/drawing/2014/main" id="{BB1AF17A-3D57-B1FB-3FA4-A2CC525989CD}"/>
                  </a:ext>
                </a:extLst>
              </p14:cNvPr>
              <p14:cNvContentPartPr/>
              <p14:nvPr/>
            </p14:nvContentPartPr>
            <p14:xfrm>
              <a:off x="6086304" y="3590496"/>
              <a:ext cx="102600" cy="132840"/>
            </p14:xfrm>
          </p:contentPart>
        </mc:Choice>
        <mc:Fallback>
          <p:pic>
            <p:nvPicPr>
              <p:cNvPr id="179" name="Рукописный ввод 178">
                <a:extLst>
                  <a:ext uri="{FF2B5EF4-FFF2-40B4-BE49-F238E27FC236}">
                    <a16:creationId xmlns:a16="http://schemas.microsoft.com/office/drawing/2014/main" id="{BB1AF17A-3D57-B1FB-3FA4-A2CC525989C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077304" y="3581856"/>
                <a:ext cx="12024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A2D437A2-15A1-C1FA-FC57-FB71BEC6D0A3}"/>
              </a:ext>
            </a:extLst>
          </p:cNvPr>
          <p:cNvGrpSpPr/>
          <p:nvPr/>
        </p:nvGrpSpPr>
        <p:grpSpPr>
          <a:xfrm>
            <a:off x="6290424" y="3566016"/>
            <a:ext cx="313560" cy="165600"/>
            <a:chOff x="6290424" y="3566016"/>
            <a:chExt cx="31356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1" name="Рукописный ввод 180">
                  <a:extLst>
                    <a:ext uri="{FF2B5EF4-FFF2-40B4-BE49-F238E27FC236}">
                      <a16:creationId xmlns:a16="http://schemas.microsoft.com/office/drawing/2014/main" id="{C2063F20-F469-138D-ECFB-D4A4B81B64B3}"/>
                    </a:ext>
                  </a:extLst>
                </p14:cNvPr>
                <p14:cNvContentPartPr/>
                <p14:nvPr/>
              </p14:nvContentPartPr>
              <p14:xfrm>
                <a:off x="6290424" y="3583656"/>
                <a:ext cx="155160" cy="147960"/>
              </p14:xfrm>
            </p:contentPart>
          </mc:Choice>
          <mc:Fallback>
            <p:pic>
              <p:nvPicPr>
                <p:cNvPr id="181" name="Рукописный ввод 180">
                  <a:extLst>
                    <a:ext uri="{FF2B5EF4-FFF2-40B4-BE49-F238E27FC236}">
                      <a16:creationId xmlns:a16="http://schemas.microsoft.com/office/drawing/2014/main" id="{C2063F20-F469-138D-ECFB-D4A4B81B64B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81784" y="3575016"/>
                  <a:ext cx="172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2" name="Рукописный ввод 181">
                  <a:extLst>
                    <a:ext uri="{FF2B5EF4-FFF2-40B4-BE49-F238E27FC236}">
                      <a16:creationId xmlns:a16="http://schemas.microsoft.com/office/drawing/2014/main" id="{93D24E02-055C-2C6B-BACD-317BAD750AE3}"/>
                    </a:ext>
                  </a:extLst>
                </p14:cNvPr>
                <p14:cNvContentPartPr/>
                <p14:nvPr/>
              </p14:nvContentPartPr>
              <p14:xfrm>
                <a:off x="6565104" y="3575016"/>
                <a:ext cx="360" cy="360"/>
              </p14:xfrm>
            </p:contentPart>
          </mc:Choice>
          <mc:Fallback>
            <p:pic>
              <p:nvPicPr>
                <p:cNvPr id="182" name="Рукописный ввод 181">
                  <a:extLst>
                    <a:ext uri="{FF2B5EF4-FFF2-40B4-BE49-F238E27FC236}">
                      <a16:creationId xmlns:a16="http://schemas.microsoft.com/office/drawing/2014/main" id="{93D24E02-055C-2C6B-BACD-317BAD750AE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56464" y="35663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84" name="Рукописный ввод 183">
                  <a:extLst>
                    <a:ext uri="{FF2B5EF4-FFF2-40B4-BE49-F238E27FC236}">
                      <a16:creationId xmlns:a16="http://schemas.microsoft.com/office/drawing/2014/main" id="{74E527E4-DE63-D830-EC75-4327263EFD4D}"/>
                    </a:ext>
                  </a:extLst>
                </p14:cNvPr>
                <p14:cNvContentPartPr/>
                <p14:nvPr/>
              </p14:nvContentPartPr>
              <p14:xfrm>
                <a:off x="6574464" y="3693816"/>
                <a:ext cx="360" cy="360"/>
              </p14:xfrm>
            </p:contentPart>
          </mc:Choice>
          <mc:Fallback>
            <p:pic>
              <p:nvPicPr>
                <p:cNvPr id="184" name="Рукописный ввод 183">
                  <a:extLst>
                    <a:ext uri="{FF2B5EF4-FFF2-40B4-BE49-F238E27FC236}">
                      <a16:creationId xmlns:a16="http://schemas.microsoft.com/office/drawing/2014/main" id="{74E527E4-DE63-D830-EC75-4327263EFD4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65824" y="368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5" name="Рукописный ввод 184">
                  <a:extLst>
                    <a:ext uri="{FF2B5EF4-FFF2-40B4-BE49-F238E27FC236}">
                      <a16:creationId xmlns:a16="http://schemas.microsoft.com/office/drawing/2014/main" id="{CF8B22FC-F3FD-C0B8-A52D-3637394F9EF8}"/>
                    </a:ext>
                  </a:extLst>
                </p14:cNvPr>
                <p14:cNvContentPartPr/>
                <p14:nvPr/>
              </p14:nvContentPartPr>
              <p14:xfrm>
                <a:off x="6574464" y="3693816"/>
                <a:ext cx="360" cy="360"/>
              </p14:xfrm>
            </p:contentPart>
          </mc:Choice>
          <mc:Fallback>
            <p:pic>
              <p:nvPicPr>
                <p:cNvPr id="185" name="Рукописный ввод 184">
                  <a:extLst>
                    <a:ext uri="{FF2B5EF4-FFF2-40B4-BE49-F238E27FC236}">
                      <a16:creationId xmlns:a16="http://schemas.microsoft.com/office/drawing/2014/main" id="{CF8B22FC-F3FD-C0B8-A52D-3637394F9EF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65824" y="368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6" name="Рукописный ввод 185">
                  <a:extLst>
                    <a:ext uri="{FF2B5EF4-FFF2-40B4-BE49-F238E27FC236}">
                      <a16:creationId xmlns:a16="http://schemas.microsoft.com/office/drawing/2014/main" id="{732B48FD-ADE3-A61F-785B-50968B9B01CE}"/>
                    </a:ext>
                  </a:extLst>
                </p14:cNvPr>
                <p14:cNvContentPartPr/>
                <p14:nvPr/>
              </p14:nvContentPartPr>
              <p14:xfrm>
                <a:off x="6574464" y="3693816"/>
                <a:ext cx="360" cy="360"/>
              </p14:xfrm>
            </p:contentPart>
          </mc:Choice>
          <mc:Fallback>
            <p:pic>
              <p:nvPicPr>
                <p:cNvPr id="186" name="Рукописный ввод 185">
                  <a:extLst>
                    <a:ext uri="{FF2B5EF4-FFF2-40B4-BE49-F238E27FC236}">
                      <a16:creationId xmlns:a16="http://schemas.microsoft.com/office/drawing/2014/main" id="{732B48FD-ADE3-A61F-785B-50968B9B01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65824" y="368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7" name="Рукописный ввод 186">
                  <a:extLst>
                    <a:ext uri="{FF2B5EF4-FFF2-40B4-BE49-F238E27FC236}">
                      <a16:creationId xmlns:a16="http://schemas.microsoft.com/office/drawing/2014/main" id="{1C9764EA-8C1E-3C77-5EFE-F76791C49307}"/>
                    </a:ext>
                  </a:extLst>
                </p14:cNvPr>
                <p14:cNvContentPartPr/>
                <p14:nvPr/>
              </p14:nvContentPartPr>
              <p14:xfrm>
                <a:off x="6574464" y="3693816"/>
                <a:ext cx="360" cy="360"/>
              </p14:xfrm>
            </p:contentPart>
          </mc:Choice>
          <mc:Fallback>
            <p:pic>
              <p:nvPicPr>
                <p:cNvPr id="187" name="Рукописный ввод 186">
                  <a:extLst>
                    <a:ext uri="{FF2B5EF4-FFF2-40B4-BE49-F238E27FC236}">
                      <a16:creationId xmlns:a16="http://schemas.microsoft.com/office/drawing/2014/main" id="{1C9764EA-8C1E-3C77-5EFE-F76791C493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65824" y="368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90" name="Рукописный ввод 189">
                  <a:extLst>
                    <a:ext uri="{FF2B5EF4-FFF2-40B4-BE49-F238E27FC236}">
                      <a16:creationId xmlns:a16="http://schemas.microsoft.com/office/drawing/2014/main" id="{7C26BA50-DC10-0546-84FA-A17C201726DF}"/>
                    </a:ext>
                  </a:extLst>
                </p14:cNvPr>
                <p14:cNvContentPartPr/>
                <p14:nvPr/>
              </p14:nvContentPartPr>
              <p14:xfrm>
                <a:off x="6592464" y="3575016"/>
                <a:ext cx="11520" cy="14400"/>
              </p14:xfrm>
            </p:contentPart>
          </mc:Choice>
          <mc:Fallback>
            <p:pic>
              <p:nvPicPr>
                <p:cNvPr id="190" name="Рукописный ввод 189">
                  <a:extLst>
                    <a:ext uri="{FF2B5EF4-FFF2-40B4-BE49-F238E27FC236}">
                      <a16:creationId xmlns:a16="http://schemas.microsoft.com/office/drawing/2014/main" id="{7C26BA50-DC10-0546-84FA-A17C201726D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583824" y="3566376"/>
                  <a:ext cx="2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91" name="Рукописный ввод 190">
                  <a:extLst>
                    <a:ext uri="{FF2B5EF4-FFF2-40B4-BE49-F238E27FC236}">
                      <a16:creationId xmlns:a16="http://schemas.microsoft.com/office/drawing/2014/main" id="{C7B3FC14-4106-C10A-F0D8-03F21A1AB2B2}"/>
                    </a:ext>
                  </a:extLst>
                </p14:cNvPr>
                <p14:cNvContentPartPr/>
                <p14:nvPr/>
              </p14:nvContentPartPr>
              <p14:xfrm>
                <a:off x="6583464" y="3575016"/>
                <a:ext cx="360" cy="9720"/>
              </p14:xfrm>
            </p:contentPart>
          </mc:Choice>
          <mc:Fallback>
            <p:pic>
              <p:nvPicPr>
                <p:cNvPr id="191" name="Рукописный ввод 190">
                  <a:extLst>
                    <a:ext uri="{FF2B5EF4-FFF2-40B4-BE49-F238E27FC236}">
                      <a16:creationId xmlns:a16="http://schemas.microsoft.com/office/drawing/2014/main" id="{C7B3FC14-4106-C10A-F0D8-03F21A1AB2B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574824" y="3566376"/>
                  <a:ext cx="18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92" name="Рукописный ввод 191">
                  <a:extLst>
                    <a:ext uri="{FF2B5EF4-FFF2-40B4-BE49-F238E27FC236}">
                      <a16:creationId xmlns:a16="http://schemas.microsoft.com/office/drawing/2014/main" id="{6A3D5249-4A5C-CA2A-5718-5A5472C4B423}"/>
                    </a:ext>
                  </a:extLst>
                </p14:cNvPr>
                <p14:cNvContentPartPr/>
                <p14:nvPr/>
              </p14:nvContentPartPr>
              <p14:xfrm>
                <a:off x="6592464" y="3566016"/>
                <a:ext cx="360" cy="360"/>
              </p14:xfrm>
            </p:contentPart>
          </mc:Choice>
          <mc:Fallback>
            <p:pic>
              <p:nvPicPr>
                <p:cNvPr id="192" name="Рукописный ввод 191">
                  <a:extLst>
                    <a:ext uri="{FF2B5EF4-FFF2-40B4-BE49-F238E27FC236}">
                      <a16:creationId xmlns:a16="http://schemas.microsoft.com/office/drawing/2014/main" id="{6A3D5249-4A5C-CA2A-5718-5A5472C4B42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83824" y="35573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4940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Кондрашов</dc:creator>
  <cp:lastModifiedBy>Иван Кондрашов</cp:lastModifiedBy>
  <cp:revision>1</cp:revision>
  <dcterms:created xsi:type="dcterms:W3CDTF">2026-09-02T17:31:10Z</dcterms:created>
  <dcterms:modified xsi:type="dcterms:W3CDTF">2026-09-02T18:06:48Z</dcterms:modified>
</cp:coreProperties>
</file>